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514" r:id="rId4"/>
    <p:sldMasterId id="2147484533" r:id="rId5"/>
  </p:sldMasterIdLst>
  <p:notesMasterIdLst>
    <p:notesMasterId r:id="rId12"/>
  </p:notesMasterIdLst>
  <p:sldIdLst>
    <p:sldId id="374" r:id="rId6"/>
    <p:sldId id="391" r:id="rId7"/>
    <p:sldId id="393" r:id="rId8"/>
    <p:sldId id="394" r:id="rId9"/>
    <p:sldId id="392" r:id="rId10"/>
    <p:sldId id="37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3C69"/>
    <a:srgbClr val="9DC1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BD1016-73EA-48A3-883F-2CD04D39E2DD}" v="10" dt="2025-11-05T07:28:37.4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87"/>
  </p:normalViewPr>
  <p:slideViewPr>
    <p:cSldViewPr snapToGrid="0">
      <p:cViewPr varScale="1">
        <p:scale>
          <a:sx n="100" d="100"/>
          <a:sy n="100" d="100"/>
        </p:scale>
        <p:origin x="108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ika Baro Villa" userId="67a94cae-1fc9-4df6-b5ef-a625656e99ed" providerId="ADAL" clId="{220EC3BC-A61D-4C2A-9580-0D396A49A061}"/>
    <pc:docChg chg="undo redo custSel addSld delSld modSld sldOrd delMainMaster">
      <pc:chgData name="Anika Baro Villa" userId="67a94cae-1fc9-4df6-b5ef-a625656e99ed" providerId="ADAL" clId="{220EC3BC-A61D-4C2A-9580-0D396A49A061}" dt="2025-11-05T07:30:35.006" v="1112" actId="20577"/>
      <pc:docMkLst>
        <pc:docMk/>
      </pc:docMkLst>
      <pc:sldChg chg="add">
        <pc:chgData name="Anika Baro Villa" userId="67a94cae-1fc9-4df6-b5ef-a625656e99ed" providerId="ADAL" clId="{220EC3BC-A61D-4C2A-9580-0D396A49A061}" dt="2025-10-10T18:05:45.587" v="1051"/>
        <pc:sldMkLst>
          <pc:docMk/>
          <pc:sldMk cId="439216166" sldId="374"/>
        </pc:sldMkLst>
      </pc:sldChg>
      <pc:sldChg chg="add setBg">
        <pc:chgData name="Anika Baro Villa" userId="67a94cae-1fc9-4df6-b5ef-a625656e99ed" providerId="ADAL" clId="{220EC3BC-A61D-4C2A-9580-0D396A49A061}" dt="2025-11-05T07:28:37.355" v="1109"/>
        <pc:sldMkLst>
          <pc:docMk/>
          <pc:sldMk cId="397452264" sldId="379"/>
        </pc:sldMkLst>
      </pc:sldChg>
      <pc:sldChg chg="modSp add del mod">
        <pc:chgData name="Anika Baro Villa" userId="67a94cae-1fc9-4df6-b5ef-a625656e99ed" providerId="ADAL" clId="{220EC3BC-A61D-4C2A-9580-0D396A49A061}" dt="2025-11-05T07:30:35.006" v="1112" actId="20577"/>
        <pc:sldMkLst>
          <pc:docMk/>
          <pc:sldMk cId="3294349744" sldId="391"/>
        </pc:sldMkLst>
        <pc:spChg chg="mod">
          <ac:chgData name="Anika Baro Villa" userId="67a94cae-1fc9-4df6-b5ef-a625656e99ed" providerId="ADAL" clId="{220EC3BC-A61D-4C2A-9580-0D396A49A061}" dt="2025-11-05T07:30:24.913" v="1110" actId="552"/>
          <ac:spMkLst>
            <pc:docMk/>
            <pc:sldMk cId="3294349744" sldId="391"/>
            <ac:spMk id="12" creationId="{6F1D6BF7-9C00-5F0B-CFEB-AC2A90C1AA9E}"/>
          </ac:spMkLst>
        </pc:spChg>
        <pc:spChg chg="mod">
          <ac:chgData name="Anika Baro Villa" userId="67a94cae-1fc9-4df6-b5ef-a625656e99ed" providerId="ADAL" clId="{220EC3BC-A61D-4C2A-9580-0D396A49A061}" dt="2025-11-05T07:30:24.913" v="1110" actId="552"/>
          <ac:spMkLst>
            <pc:docMk/>
            <pc:sldMk cId="3294349744" sldId="391"/>
            <ac:spMk id="13" creationId="{E37D4CDD-78B6-161C-F118-209E67C110A0}"/>
          </ac:spMkLst>
        </pc:spChg>
        <pc:spChg chg="mod">
          <ac:chgData name="Anika Baro Villa" userId="67a94cae-1fc9-4df6-b5ef-a625656e99ed" providerId="ADAL" clId="{220EC3BC-A61D-4C2A-9580-0D396A49A061}" dt="2025-11-05T07:30:35.006" v="1112" actId="20577"/>
          <ac:spMkLst>
            <pc:docMk/>
            <pc:sldMk cId="3294349744" sldId="391"/>
            <ac:spMk id="14" creationId="{503EB49C-7611-60D9-DAD2-11AF11D6C53D}"/>
          </ac:spMkLst>
        </pc:spChg>
      </pc:sldChg>
      <pc:sldChg chg="add del">
        <pc:chgData name="Anika Baro Villa" userId="67a94cae-1fc9-4df6-b5ef-a625656e99ed" providerId="ADAL" clId="{220EC3BC-A61D-4C2A-9580-0D396A49A061}" dt="2025-11-05T07:09:36.820" v="1108"/>
        <pc:sldMkLst>
          <pc:docMk/>
          <pc:sldMk cId="1103027294" sldId="392"/>
        </pc:sldMkLst>
      </pc:sldChg>
      <pc:sldChg chg="add del">
        <pc:chgData name="Anika Baro Villa" userId="67a94cae-1fc9-4df6-b5ef-a625656e99ed" providerId="ADAL" clId="{220EC3BC-A61D-4C2A-9580-0D396A49A061}" dt="2025-11-05T06:38:54.760" v="1105"/>
        <pc:sldMkLst>
          <pc:docMk/>
          <pc:sldMk cId="3534981863" sldId="393"/>
        </pc:sldMkLst>
      </pc:sldChg>
      <pc:sldChg chg="add del">
        <pc:chgData name="Anika Baro Villa" userId="67a94cae-1fc9-4df6-b5ef-a625656e99ed" providerId="ADAL" clId="{220EC3BC-A61D-4C2A-9580-0D396A49A061}" dt="2025-11-05T06:38:54.760" v="1105"/>
        <pc:sldMkLst>
          <pc:docMk/>
          <pc:sldMk cId="414760025" sldId="394"/>
        </pc:sldMkLst>
      </pc:sldChg>
      <pc:sldMasterChg chg="del delSldLayout">
        <pc:chgData name="Anika Baro Villa" userId="67a94cae-1fc9-4df6-b5ef-a625656e99ed" providerId="ADAL" clId="{220EC3BC-A61D-4C2A-9580-0D396A49A061}" dt="2025-11-05T06:38:32.601" v="1102" actId="47"/>
        <pc:sldMasterMkLst>
          <pc:docMk/>
          <pc:sldMasterMk cId="2932743349" sldId="2147484533"/>
        </pc:sldMasterMkLst>
        <pc:sldLayoutChg chg="del">
          <pc:chgData name="Anika Baro Villa" userId="67a94cae-1fc9-4df6-b5ef-a625656e99ed" providerId="ADAL" clId="{220EC3BC-A61D-4C2A-9580-0D396A49A061}" dt="2025-11-05T06:38:32.601" v="1102" actId="47"/>
          <pc:sldLayoutMkLst>
            <pc:docMk/>
            <pc:sldMasterMk cId="2932743349" sldId="2147484533"/>
            <pc:sldLayoutMk cId="3338137995" sldId="2147484534"/>
          </pc:sldLayoutMkLst>
        </pc:sldLayoutChg>
        <pc:sldLayoutChg chg="del">
          <pc:chgData name="Anika Baro Villa" userId="67a94cae-1fc9-4df6-b5ef-a625656e99ed" providerId="ADAL" clId="{220EC3BC-A61D-4C2A-9580-0D396A49A061}" dt="2025-11-05T06:38:32.601" v="1102" actId="47"/>
          <pc:sldLayoutMkLst>
            <pc:docMk/>
            <pc:sldMasterMk cId="2932743349" sldId="2147484533"/>
            <pc:sldLayoutMk cId="2077492250" sldId="2147484535"/>
          </pc:sldLayoutMkLst>
        </pc:sldLayoutChg>
        <pc:sldLayoutChg chg="del">
          <pc:chgData name="Anika Baro Villa" userId="67a94cae-1fc9-4df6-b5ef-a625656e99ed" providerId="ADAL" clId="{220EC3BC-A61D-4C2A-9580-0D396A49A061}" dt="2025-11-05T06:38:32.601" v="1102" actId="47"/>
          <pc:sldLayoutMkLst>
            <pc:docMk/>
            <pc:sldMasterMk cId="2932743349" sldId="2147484533"/>
            <pc:sldLayoutMk cId="1028599927" sldId="2147484536"/>
          </pc:sldLayoutMkLst>
        </pc:sldLayoutChg>
        <pc:sldLayoutChg chg="del">
          <pc:chgData name="Anika Baro Villa" userId="67a94cae-1fc9-4df6-b5ef-a625656e99ed" providerId="ADAL" clId="{220EC3BC-A61D-4C2A-9580-0D396A49A061}" dt="2025-11-05T06:38:32.601" v="1102" actId="47"/>
          <pc:sldLayoutMkLst>
            <pc:docMk/>
            <pc:sldMasterMk cId="2932743349" sldId="2147484533"/>
            <pc:sldLayoutMk cId="296008038" sldId="2147484537"/>
          </pc:sldLayoutMkLst>
        </pc:sldLayoutChg>
        <pc:sldLayoutChg chg="del">
          <pc:chgData name="Anika Baro Villa" userId="67a94cae-1fc9-4df6-b5ef-a625656e99ed" providerId="ADAL" clId="{220EC3BC-A61D-4C2A-9580-0D396A49A061}" dt="2025-11-05T06:38:32.601" v="1102" actId="47"/>
          <pc:sldLayoutMkLst>
            <pc:docMk/>
            <pc:sldMasterMk cId="2932743349" sldId="2147484533"/>
            <pc:sldLayoutMk cId="1615819938" sldId="2147484538"/>
          </pc:sldLayoutMkLst>
        </pc:sldLayoutChg>
        <pc:sldLayoutChg chg="del">
          <pc:chgData name="Anika Baro Villa" userId="67a94cae-1fc9-4df6-b5ef-a625656e99ed" providerId="ADAL" clId="{220EC3BC-A61D-4C2A-9580-0D396A49A061}" dt="2025-11-05T06:38:32.601" v="1102" actId="47"/>
          <pc:sldLayoutMkLst>
            <pc:docMk/>
            <pc:sldMasterMk cId="2932743349" sldId="2147484533"/>
            <pc:sldLayoutMk cId="2432705302" sldId="2147484539"/>
          </pc:sldLayoutMkLst>
        </pc:sldLayoutChg>
        <pc:sldLayoutChg chg="del">
          <pc:chgData name="Anika Baro Villa" userId="67a94cae-1fc9-4df6-b5ef-a625656e99ed" providerId="ADAL" clId="{220EC3BC-A61D-4C2A-9580-0D396A49A061}" dt="2025-11-05T06:38:32.601" v="1102" actId="47"/>
          <pc:sldLayoutMkLst>
            <pc:docMk/>
            <pc:sldMasterMk cId="2932743349" sldId="2147484533"/>
            <pc:sldLayoutMk cId="1412826222" sldId="2147484540"/>
          </pc:sldLayoutMkLst>
        </pc:sldLayoutChg>
        <pc:sldLayoutChg chg="del">
          <pc:chgData name="Anika Baro Villa" userId="67a94cae-1fc9-4df6-b5ef-a625656e99ed" providerId="ADAL" clId="{220EC3BC-A61D-4C2A-9580-0D396A49A061}" dt="2025-11-05T06:38:32.601" v="1102" actId="47"/>
          <pc:sldLayoutMkLst>
            <pc:docMk/>
            <pc:sldMasterMk cId="2932743349" sldId="2147484533"/>
            <pc:sldLayoutMk cId="912741939" sldId="2147484541"/>
          </pc:sldLayoutMkLst>
        </pc:sldLayoutChg>
        <pc:sldLayoutChg chg="del">
          <pc:chgData name="Anika Baro Villa" userId="67a94cae-1fc9-4df6-b5ef-a625656e99ed" providerId="ADAL" clId="{220EC3BC-A61D-4C2A-9580-0D396A49A061}" dt="2025-11-05T06:38:32.601" v="1102" actId="47"/>
          <pc:sldLayoutMkLst>
            <pc:docMk/>
            <pc:sldMasterMk cId="2932743349" sldId="2147484533"/>
            <pc:sldLayoutMk cId="15850402" sldId="2147484542"/>
          </pc:sldLayoutMkLst>
        </pc:sldLayoutChg>
        <pc:sldLayoutChg chg="del">
          <pc:chgData name="Anika Baro Villa" userId="67a94cae-1fc9-4df6-b5ef-a625656e99ed" providerId="ADAL" clId="{220EC3BC-A61D-4C2A-9580-0D396A49A061}" dt="2025-11-05T06:38:32.601" v="1102" actId="47"/>
          <pc:sldLayoutMkLst>
            <pc:docMk/>
            <pc:sldMasterMk cId="2932743349" sldId="2147484533"/>
            <pc:sldLayoutMk cId="2681696869" sldId="2147484543"/>
          </pc:sldLayoutMkLst>
        </pc:sldLayoutChg>
        <pc:sldLayoutChg chg="del">
          <pc:chgData name="Anika Baro Villa" userId="67a94cae-1fc9-4df6-b5ef-a625656e99ed" providerId="ADAL" clId="{220EC3BC-A61D-4C2A-9580-0D396A49A061}" dt="2025-11-05T06:38:32.601" v="1102" actId="47"/>
          <pc:sldLayoutMkLst>
            <pc:docMk/>
            <pc:sldMasterMk cId="2932743349" sldId="2147484533"/>
            <pc:sldLayoutMk cId="731579173" sldId="2147484544"/>
          </pc:sldLayoutMkLst>
        </pc:sldLayoutChg>
        <pc:sldLayoutChg chg="del">
          <pc:chgData name="Anika Baro Villa" userId="67a94cae-1fc9-4df6-b5ef-a625656e99ed" providerId="ADAL" clId="{220EC3BC-A61D-4C2A-9580-0D396A49A061}" dt="2025-11-05T06:38:32.601" v="1102" actId="47"/>
          <pc:sldLayoutMkLst>
            <pc:docMk/>
            <pc:sldMasterMk cId="2932743349" sldId="2147484533"/>
            <pc:sldLayoutMk cId="1065627759" sldId="2147484545"/>
          </pc:sldLayoutMkLst>
        </pc:sldLayoutChg>
        <pc:sldLayoutChg chg="del">
          <pc:chgData name="Anika Baro Villa" userId="67a94cae-1fc9-4df6-b5ef-a625656e99ed" providerId="ADAL" clId="{220EC3BC-A61D-4C2A-9580-0D396A49A061}" dt="2025-11-05T06:38:32.601" v="1102" actId="47"/>
          <pc:sldLayoutMkLst>
            <pc:docMk/>
            <pc:sldMasterMk cId="2932743349" sldId="2147484533"/>
            <pc:sldLayoutMk cId="2524473923" sldId="2147484546"/>
          </pc:sldLayoutMkLst>
        </pc:sldLayoutChg>
        <pc:sldLayoutChg chg="del">
          <pc:chgData name="Anika Baro Villa" userId="67a94cae-1fc9-4df6-b5ef-a625656e99ed" providerId="ADAL" clId="{220EC3BC-A61D-4C2A-9580-0D396A49A061}" dt="2025-11-05T06:38:32.601" v="1102" actId="47"/>
          <pc:sldLayoutMkLst>
            <pc:docMk/>
            <pc:sldMasterMk cId="2932743349" sldId="2147484533"/>
            <pc:sldLayoutMk cId="3535206524" sldId="2147484547"/>
          </pc:sldLayoutMkLst>
        </pc:sldLayoutChg>
        <pc:sldLayoutChg chg="del">
          <pc:chgData name="Anika Baro Villa" userId="67a94cae-1fc9-4df6-b5ef-a625656e99ed" providerId="ADAL" clId="{220EC3BC-A61D-4C2A-9580-0D396A49A061}" dt="2025-11-05T06:38:32.601" v="1102" actId="47"/>
          <pc:sldLayoutMkLst>
            <pc:docMk/>
            <pc:sldMasterMk cId="2932743349" sldId="2147484533"/>
            <pc:sldLayoutMk cId="913850379" sldId="2147484548"/>
          </pc:sldLayoutMkLst>
        </pc:sldLayoutChg>
        <pc:sldLayoutChg chg="del">
          <pc:chgData name="Anika Baro Villa" userId="67a94cae-1fc9-4df6-b5ef-a625656e99ed" providerId="ADAL" clId="{220EC3BC-A61D-4C2A-9580-0D396A49A061}" dt="2025-11-05T06:38:32.601" v="1102" actId="47"/>
          <pc:sldLayoutMkLst>
            <pc:docMk/>
            <pc:sldMasterMk cId="2932743349" sldId="2147484533"/>
            <pc:sldLayoutMk cId="3820378635" sldId="2147484549"/>
          </pc:sldLayoutMkLst>
        </pc:sldLayoutChg>
        <pc:sldLayoutChg chg="del">
          <pc:chgData name="Anika Baro Villa" userId="67a94cae-1fc9-4df6-b5ef-a625656e99ed" providerId="ADAL" clId="{220EC3BC-A61D-4C2A-9580-0D396A49A061}" dt="2025-11-05T06:38:32.601" v="1102" actId="47"/>
          <pc:sldLayoutMkLst>
            <pc:docMk/>
            <pc:sldMasterMk cId="2932743349" sldId="2147484533"/>
            <pc:sldLayoutMk cId="2645170277" sldId="2147484550"/>
          </pc:sldLayoutMkLst>
        </pc:sldLayoutChg>
        <pc:sldLayoutChg chg="del">
          <pc:chgData name="Anika Baro Villa" userId="67a94cae-1fc9-4df6-b5ef-a625656e99ed" providerId="ADAL" clId="{220EC3BC-A61D-4C2A-9580-0D396A49A061}" dt="2025-11-05T06:38:32.601" v="1102" actId="47"/>
          <pc:sldLayoutMkLst>
            <pc:docMk/>
            <pc:sldMasterMk cId="2932743349" sldId="2147484533"/>
            <pc:sldLayoutMk cId="2562146463" sldId="2147484551"/>
          </pc:sldLayoutMkLst>
        </pc:sldLayoutChg>
        <pc:sldLayoutChg chg="del">
          <pc:chgData name="Anika Baro Villa" userId="67a94cae-1fc9-4df6-b5ef-a625656e99ed" providerId="ADAL" clId="{220EC3BC-A61D-4C2A-9580-0D396A49A061}" dt="2025-11-05T06:38:32.601" v="1102" actId="47"/>
          <pc:sldLayoutMkLst>
            <pc:docMk/>
            <pc:sldMasterMk cId="2932743349" sldId="2147484533"/>
            <pc:sldLayoutMk cId="2755168737" sldId="2147484552"/>
          </pc:sldLayoutMkLst>
        </pc:sldLayoutChg>
        <pc:sldLayoutChg chg="del">
          <pc:chgData name="Anika Baro Villa" userId="67a94cae-1fc9-4df6-b5ef-a625656e99ed" providerId="ADAL" clId="{220EC3BC-A61D-4C2A-9580-0D396A49A061}" dt="2025-11-05T06:38:32.601" v="1102" actId="47"/>
          <pc:sldLayoutMkLst>
            <pc:docMk/>
            <pc:sldMasterMk cId="2932743349" sldId="2147484533"/>
            <pc:sldLayoutMk cId="4253089359" sldId="2147484553"/>
          </pc:sldLayoutMkLst>
        </pc:sldLayoutChg>
        <pc:sldLayoutChg chg="del">
          <pc:chgData name="Anika Baro Villa" userId="67a94cae-1fc9-4df6-b5ef-a625656e99ed" providerId="ADAL" clId="{220EC3BC-A61D-4C2A-9580-0D396A49A061}" dt="2025-11-05T06:38:32.601" v="1102" actId="47"/>
          <pc:sldLayoutMkLst>
            <pc:docMk/>
            <pc:sldMasterMk cId="2932743349" sldId="2147484533"/>
            <pc:sldLayoutMk cId="2409372656" sldId="2147484554"/>
          </pc:sldLayoutMkLst>
        </pc:sldLayoutChg>
        <pc:sldLayoutChg chg="del">
          <pc:chgData name="Anika Baro Villa" userId="67a94cae-1fc9-4df6-b5ef-a625656e99ed" providerId="ADAL" clId="{220EC3BC-A61D-4C2A-9580-0D396A49A061}" dt="2025-11-05T06:38:32.601" v="1102" actId="47"/>
          <pc:sldLayoutMkLst>
            <pc:docMk/>
            <pc:sldMasterMk cId="2932743349" sldId="2147484533"/>
            <pc:sldLayoutMk cId="3948056969" sldId="2147484555"/>
          </pc:sldLayoutMkLst>
        </pc:sldLayoutChg>
        <pc:sldLayoutChg chg="del">
          <pc:chgData name="Anika Baro Villa" userId="67a94cae-1fc9-4df6-b5ef-a625656e99ed" providerId="ADAL" clId="{220EC3BC-A61D-4C2A-9580-0D396A49A061}" dt="2025-11-05T06:38:32.601" v="1102" actId="47"/>
          <pc:sldLayoutMkLst>
            <pc:docMk/>
            <pc:sldMasterMk cId="2932743349" sldId="2147484533"/>
            <pc:sldLayoutMk cId="4209006878" sldId="2147484556"/>
          </pc:sldLayoutMkLst>
        </pc:sldLayoutChg>
        <pc:sldLayoutChg chg="del">
          <pc:chgData name="Anika Baro Villa" userId="67a94cae-1fc9-4df6-b5ef-a625656e99ed" providerId="ADAL" clId="{220EC3BC-A61D-4C2A-9580-0D396A49A061}" dt="2025-11-05T06:38:32.601" v="1102" actId="47"/>
          <pc:sldLayoutMkLst>
            <pc:docMk/>
            <pc:sldMasterMk cId="2932743349" sldId="2147484533"/>
            <pc:sldLayoutMk cId="683336092" sldId="2147484557"/>
          </pc:sldLayoutMkLst>
        </pc:sldLayoutChg>
        <pc:sldLayoutChg chg="del">
          <pc:chgData name="Anika Baro Villa" userId="67a94cae-1fc9-4df6-b5ef-a625656e99ed" providerId="ADAL" clId="{220EC3BC-A61D-4C2A-9580-0D396A49A061}" dt="2025-11-05T06:38:32.601" v="1102" actId="47"/>
          <pc:sldLayoutMkLst>
            <pc:docMk/>
            <pc:sldMasterMk cId="2932743349" sldId="2147484533"/>
            <pc:sldLayoutMk cId="1532343209" sldId="2147484558"/>
          </pc:sldLayoutMkLst>
        </pc:sldLayoutChg>
        <pc:sldLayoutChg chg="del">
          <pc:chgData name="Anika Baro Villa" userId="67a94cae-1fc9-4df6-b5ef-a625656e99ed" providerId="ADAL" clId="{220EC3BC-A61D-4C2A-9580-0D396A49A061}" dt="2025-11-05T06:38:32.601" v="1102" actId="47"/>
          <pc:sldLayoutMkLst>
            <pc:docMk/>
            <pc:sldMasterMk cId="2932743349" sldId="2147484533"/>
            <pc:sldLayoutMk cId="2003484287" sldId="2147484559"/>
          </pc:sldLayoutMkLst>
        </pc:sldLayoutChg>
        <pc:sldLayoutChg chg="del">
          <pc:chgData name="Anika Baro Villa" userId="67a94cae-1fc9-4df6-b5ef-a625656e99ed" providerId="ADAL" clId="{220EC3BC-A61D-4C2A-9580-0D396A49A061}" dt="2025-11-05T06:38:32.601" v="1102" actId="47"/>
          <pc:sldLayoutMkLst>
            <pc:docMk/>
            <pc:sldMasterMk cId="2932743349" sldId="2147484533"/>
            <pc:sldLayoutMk cId="3931223631" sldId="2147484560"/>
          </pc:sldLayoutMkLst>
        </pc:sldLayoutChg>
        <pc:sldLayoutChg chg="del">
          <pc:chgData name="Anika Baro Villa" userId="67a94cae-1fc9-4df6-b5ef-a625656e99ed" providerId="ADAL" clId="{220EC3BC-A61D-4C2A-9580-0D396A49A061}" dt="2025-11-05T06:38:32.601" v="1102" actId="47"/>
          <pc:sldLayoutMkLst>
            <pc:docMk/>
            <pc:sldMasterMk cId="2932743349" sldId="2147484533"/>
            <pc:sldLayoutMk cId="636840292" sldId="2147484561"/>
          </pc:sldLayoutMkLst>
        </pc:sldLayoutChg>
        <pc:sldLayoutChg chg="del">
          <pc:chgData name="Anika Baro Villa" userId="67a94cae-1fc9-4df6-b5ef-a625656e99ed" providerId="ADAL" clId="{220EC3BC-A61D-4C2A-9580-0D396A49A061}" dt="2025-11-05T06:38:32.601" v="1102" actId="47"/>
          <pc:sldLayoutMkLst>
            <pc:docMk/>
            <pc:sldMasterMk cId="2932743349" sldId="2147484533"/>
            <pc:sldLayoutMk cId="3765631141" sldId="2147484562"/>
          </pc:sldLayoutMkLst>
        </pc:sldLayoutChg>
        <pc:sldLayoutChg chg="del">
          <pc:chgData name="Anika Baro Villa" userId="67a94cae-1fc9-4df6-b5ef-a625656e99ed" providerId="ADAL" clId="{220EC3BC-A61D-4C2A-9580-0D396A49A061}" dt="2025-11-05T06:38:32.601" v="1102" actId="47"/>
          <pc:sldLayoutMkLst>
            <pc:docMk/>
            <pc:sldMasterMk cId="2932743349" sldId="2147484533"/>
            <pc:sldLayoutMk cId="3571611226" sldId="2147484563"/>
          </pc:sldLayoutMkLst>
        </pc:sldLayoutChg>
        <pc:sldLayoutChg chg="del">
          <pc:chgData name="Anika Baro Villa" userId="67a94cae-1fc9-4df6-b5ef-a625656e99ed" providerId="ADAL" clId="{220EC3BC-A61D-4C2A-9580-0D396A49A061}" dt="2025-11-05T06:38:32.601" v="1102" actId="47"/>
          <pc:sldLayoutMkLst>
            <pc:docMk/>
            <pc:sldMasterMk cId="2932743349" sldId="2147484533"/>
            <pc:sldLayoutMk cId="1362285672" sldId="2147484564"/>
          </pc:sldLayoutMkLst>
        </pc:sldLayoutChg>
        <pc:sldLayoutChg chg="del">
          <pc:chgData name="Anika Baro Villa" userId="67a94cae-1fc9-4df6-b5ef-a625656e99ed" providerId="ADAL" clId="{220EC3BC-A61D-4C2A-9580-0D396A49A061}" dt="2025-11-05T06:38:32.601" v="1102" actId="47"/>
          <pc:sldLayoutMkLst>
            <pc:docMk/>
            <pc:sldMasterMk cId="2932743349" sldId="2147484533"/>
            <pc:sldLayoutMk cId="1442400963" sldId="2147484565"/>
          </pc:sldLayoutMkLst>
        </pc:sldLayoutChg>
        <pc:sldLayoutChg chg="del">
          <pc:chgData name="Anika Baro Villa" userId="67a94cae-1fc9-4df6-b5ef-a625656e99ed" providerId="ADAL" clId="{220EC3BC-A61D-4C2A-9580-0D396A49A061}" dt="2025-11-05T06:38:32.601" v="1102" actId="47"/>
          <pc:sldLayoutMkLst>
            <pc:docMk/>
            <pc:sldMasterMk cId="2932743349" sldId="2147484533"/>
            <pc:sldLayoutMk cId="2487022243" sldId="2147484566"/>
          </pc:sldLayoutMkLst>
        </pc:sldLayoutChg>
        <pc:sldLayoutChg chg="del">
          <pc:chgData name="Anika Baro Villa" userId="67a94cae-1fc9-4df6-b5ef-a625656e99ed" providerId="ADAL" clId="{220EC3BC-A61D-4C2A-9580-0D396A49A061}" dt="2025-11-05T06:38:32.601" v="1102" actId="47"/>
          <pc:sldLayoutMkLst>
            <pc:docMk/>
            <pc:sldMasterMk cId="2932743349" sldId="2147484533"/>
            <pc:sldLayoutMk cId="3794263137" sldId="2147484567"/>
          </pc:sldLayoutMkLst>
        </pc:sldLayoutChg>
        <pc:sldLayoutChg chg="del">
          <pc:chgData name="Anika Baro Villa" userId="67a94cae-1fc9-4df6-b5ef-a625656e99ed" providerId="ADAL" clId="{220EC3BC-A61D-4C2A-9580-0D396A49A061}" dt="2025-11-05T06:38:32.601" v="1102" actId="47"/>
          <pc:sldLayoutMkLst>
            <pc:docMk/>
            <pc:sldMasterMk cId="2932743349" sldId="2147484533"/>
            <pc:sldLayoutMk cId="586418101" sldId="2147484568"/>
          </pc:sldLayoutMkLst>
        </pc:sldLayoutChg>
        <pc:sldLayoutChg chg="del">
          <pc:chgData name="Anika Baro Villa" userId="67a94cae-1fc9-4df6-b5ef-a625656e99ed" providerId="ADAL" clId="{220EC3BC-A61D-4C2A-9580-0D396A49A061}" dt="2025-11-05T06:38:32.601" v="1102" actId="47"/>
          <pc:sldLayoutMkLst>
            <pc:docMk/>
            <pc:sldMasterMk cId="2932743349" sldId="2147484533"/>
            <pc:sldLayoutMk cId="3686450232" sldId="2147484569"/>
          </pc:sldLayoutMkLst>
        </pc:sldLayoutChg>
        <pc:sldLayoutChg chg="del">
          <pc:chgData name="Anika Baro Villa" userId="67a94cae-1fc9-4df6-b5ef-a625656e99ed" providerId="ADAL" clId="{220EC3BC-A61D-4C2A-9580-0D396A49A061}" dt="2025-11-05T06:38:32.601" v="1102" actId="47"/>
          <pc:sldLayoutMkLst>
            <pc:docMk/>
            <pc:sldMasterMk cId="2932743349" sldId="2147484533"/>
            <pc:sldLayoutMk cId="2307537714" sldId="2147484570"/>
          </pc:sldLayoutMkLst>
        </pc:sldLayoutChg>
        <pc:sldLayoutChg chg="del">
          <pc:chgData name="Anika Baro Villa" userId="67a94cae-1fc9-4df6-b5ef-a625656e99ed" providerId="ADAL" clId="{220EC3BC-A61D-4C2A-9580-0D396A49A061}" dt="2025-11-05T06:38:32.601" v="1102" actId="47"/>
          <pc:sldLayoutMkLst>
            <pc:docMk/>
            <pc:sldMasterMk cId="2932743349" sldId="2147484533"/>
            <pc:sldLayoutMk cId="1970257918" sldId="2147484571"/>
          </pc:sldLayoutMkLst>
        </pc:sldLayoutChg>
        <pc:sldLayoutChg chg="del">
          <pc:chgData name="Anika Baro Villa" userId="67a94cae-1fc9-4df6-b5ef-a625656e99ed" providerId="ADAL" clId="{220EC3BC-A61D-4C2A-9580-0D396A49A061}" dt="2025-11-05T06:38:32.601" v="1102" actId="47"/>
          <pc:sldLayoutMkLst>
            <pc:docMk/>
            <pc:sldMasterMk cId="2932743349" sldId="2147484533"/>
            <pc:sldLayoutMk cId="2283695033" sldId="2147484572"/>
          </pc:sldLayoutMkLst>
        </pc:sldLayoutChg>
        <pc:sldLayoutChg chg="del">
          <pc:chgData name="Anika Baro Villa" userId="67a94cae-1fc9-4df6-b5ef-a625656e99ed" providerId="ADAL" clId="{220EC3BC-A61D-4C2A-9580-0D396A49A061}" dt="2025-11-05T06:38:32.601" v="1102" actId="47"/>
          <pc:sldLayoutMkLst>
            <pc:docMk/>
            <pc:sldMasterMk cId="2932743349" sldId="2147484533"/>
            <pc:sldLayoutMk cId="1268149514" sldId="2147484573"/>
          </pc:sldLayoutMkLst>
        </pc:sldLayoutChg>
        <pc:sldLayoutChg chg="del">
          <pc:chgData name="Anika Baro Villa" userId="67a94cae-1fc9-4df6-b5ef-a625656e99ed" providerId="ADAL" clId="{220EC3BC-A61D-4C2A-9580-0D396A49A061}" dt="2025-11-05T06:38:32.601" v="1102" actId="47"/>
          <pc:sldLayoutMkLst>
            <pc:docMk/>
            <pc:sldMasterMk cId="2932743349" sldId="2147484533"/>
            <pc:sldLayoutMk cId="1239503018" sldId="2147484574"/>
          </pc:sldLayoutMkLst>
        </pc:sldLayoutChg>
        <pc:sldLayoutChg chg="del">
          <pc:chgData name="Anika Baro Villa" userId="67a94cae-1fc9-4df6-b5ef-a625656e99ed" providerId="ADAL" clId="{220EC3BC-A61D-4C2A-9580-0D396A49A061}" dt="2025-11-05T06:38:32.601" v="1102" actId="47"/>
          <pc:sldLayoutMkLst>
            <pc:docMk/>
            <pc:sldMasterMk cId="2932743349" sldId="2147484533"/>
            <pc:sldLayoutMk cId="3871330182" sldId="2147484575"/>
          </pc:sldLayoutMkLst>
        </pc:sldLayoutChg>
        <pc:sldLayoutChg chg="del">
          <pc:chgData name="Anika Baro Villa" userId="67a94cae-1fc9-4df6-b5ef-a625656e99ed" providerId="ADAL" clId="{220EC3BC-A61D-4C2A-9580-0D396A49A061}" dt="2025-11-05T06:38:32.601" v="1102" actId="47"/>
          <pc:sldLayoutMkLst>
            <pc:docMk/>
            <pc:sldMasterMk cId="2932743349" sldId="2147484533"/>
            <pc:sldLayoutMk cId="2965530558" sldId="2147484576"/>
          </pc:sldLayoutMkLst>
        </pc:sldLayoutChg>
        <pc:sldLayoutChg chg="del">
          <pc:chgData name="Anika Baro Villa" userId="67a94cae-1fc9-4df6-b5ef-a625656e99ed" providerId="ADAL" clId="{220EC3BC-A61D-4C2A-9580-0D396A49A061}" dt="2025-11-05T06:38:32.601" v="1102" actId="47"/>
          <pc:sldLayoutMkLst>
            <pc:docMk/>
            <pc:sldMasterMk cId="2932743349" sldId="2147484533"/>
            <pc:sldLayoutMk cId="2920739865" sldId="2147484577"/>
          </pc:sldLayoutMkLst>
        </pc:sldLayoutChg>
        <pc:sldLayoutChg chg="del">
          <pc:chgData name="Anika Baro Villa" userId="67a94cae-1fc9-4df6-b5ef-a625656e99ed" providerId="ADAL" clId="{220EC3BC-A61D-4C2A-9580-0D396A49A061}" dt="2025-11-05T06:38:32.601" v="1102" actId="47"/>
          <pc:sldLayoutMkLst>
            <pc:docMk/>
            <pc:sldMasterMk cId="2932743349" sldId="2147484533"/>
            <pc:sldLayoutMk cId="3425434352" sldId="2147484578"/>
          </pc:sldLayoutMkLst>
        </pc:sldLayoutChg>
        <pc:sldLayoutChg chg="del">
          <pc:chgData name="Anika Baro Villa" userId="67a94cae-1fc9-4df6-b5ef-a625656e99ed" providerId="ADAL" clId="{220EC3BC-A61D-4C2A-9580-0D396A49A061}" dt="2025-11-05T06:38:32.601" v="1102" actId="47"/>
          <pc:sldLayoutMkLst>
            <pc:docMk/>
            <pc:sldMasterMk cId="2932743349" sldId="2147484533"/>
            <pc:sldLayoutMk cId="3270155194" sldId="2147484579"/>
          </pc:sldLayoutMkLst>
        </pc:sldLayoutChg>
        <pc:sldLayoutChg chg="del">
          <pc:chgData name="Anika Baro Villa" userId="67a94cae-1fc9-4df6-b5ef-a625656e99ed" providerId="ADAL" clId="{220EC3BC-A61D-4C2A-9580-0D396A49A061}" dt="2025-11-05T06:38:32.601" v="1102" actId="47"/>
          <pc:sldLayoutMkLst>
            <pc:docMk/>
            <pc:sldMasterMk cId="2932743349" sldId="2147484533"/>
            <pc:sldLayoutMk cId="2569830825" sldId="2147484580"/>
          </pc:sldLayoutMkLst>
        </pc:sldLayoutChg>
        <pc:sldLayoutChg chg="del">
          <pc:chgData name="Anika Baro Villa" userId="67a94cae-1fc9-4df6-b5ef-a625656e99ed" providerId="ADAL" clId="{220EC3BC-A61D-4C2A-9580-0D396A49A061}" dt="2025-11-05T06:38:32.601" v="1102" actId="47"/>
          <pc:sldLayoutMkLst>
            <pc:docMk/>
            <pc:sldMasterMk cId="2932743349" sldId="2147484533"/>
            <pc:sldLayoutMk cId="146079108" sldId="2147484581"/>
          </pc:sldLayoutMkLst>
        </pc:sldLayoutChg>
        <pc:sldLayoutChg chg="del">
          <pc:chgData name="Anika Baro Villa" userId="67a94cae-1fc9-4df6-b5ef-a625656e99ed" providerId="ADAL" clId="{220EC3BC-A61D-4C2A-9580-0D396A49A061}" dt="2025-11-05T06:38:32.601" v="1102" actId="47"/>
          <pc:sldLayoutMkLst>
            <pc:docMk/>
            <pc:sldMasterMk cId="2932743349" sldId="2147484533"/>
            <pc:sldLayoutMk cId="1406994962" sldId="2147484582"/>
          </pc:sldLayoutMkLst>
        </pc:sldLayoutChg>
        <pc:sldLayoutChg chg="del">
          <pc:chgData name="Anika Baro Villa" userId="67a94cae-1fc9-4df6-b5ef-a625656e99ed" providerId="ADAL" clId="{220EC3BC-A61D-4C2A-9580-0D396A49A061}" dt="2025-11-05T06:38:32.601" v="1102" actId="47"/>
          <pc:sldLayoutMkLst>
            <pc:docMk/>
            <pc:sldMasterMk cId="2932743349" sldId="2147484533"/>
            <pc:sldLayoutMk cId="3509724128" sldId="2147484583"/>
          </pc:sldLayoutMkLst>
        </pc:sldLayoutChg>
        <pc:sldLayoutChg chg="del">
          <pc:chgData name="Anika Baro Villa" userId="67a94cae-1fc9-4df6-b5ef-a625656e99ed" providerId="ADAL" clId="{220EC3BC-A61D-4C2A-9580-0D396A49A061}" dt="2025-11-05T06:38:32.601" v="1102" actId="47"/>
          <pc:sldLayoutMkLst>
            <pc:docMk/>
            <pc:sldMasterMk cId="2932743349" sldId="2147484533"/>
            <pc:sldLayoutMk cId="3576640451" sldId="2147484584"/>
          </pc:sldLayoutMkLst>
        </pc:sldLayoutChg>
        <pc:sldLayoutChg chg="del">
          <pc:chgData name="Anika Baro Villa" userId="67a94cae-1fc9-4df6-b5ef-a625656e99ed" providerId="ADAL" clId="{220EC3BC-A61D-4C2A-9580-0D396A49A061}" dt="2025-11-05T06:38:32.601" v="1102" actId="47"/>
          <pc:sldLayoutMkLst>
            <pc:docMk/>
            <pc:sldMasterMk cId="2932743349" sldId="2147484533"/>
            <pc:sldLayoutMk cId="639663741" sldId="2147484585"/>
          </pc:sldLayoutMkLst>
        </pc:sldLayoutChg>
        <pc:sldLayoutChg chg="del">
          <pc:chgData name="Anika Baro Villa" userId="67a94cae-1fc9-4df6-b5ef-a625656e99ed" providerId="ADAL" clId="{220EC3BC-A61D-4C2A-9580-0D396A49A061}" dt="2025-11-05T06:38:32.601" v="1102" actId="47"/>
          <pc:sldLayoutMkLst>
            <pc:docMk/>
            <pc:sldMasterMk cId="2932743349" sldId="2147484533"/>
            <pc:sldLayoutMk cId="3133688902" sldId="2147484586"/>
          </pc:sldLayoutMkLst>
        </pc:sldLayoutChg>
        <pc:sldLayoutChg chg="del">
          <pc:chgData name="Anika Baro Villa" userId="67a94cae-1fc9-4df6-b5ef-a625656e99ed" providerId="ADAL" clId="{220EC3BC-A61D-4C2A-9580-0D396A49A061}" dt="2025-11-05T06:38:32.601" v="1102" actId="47"/>
          <pc:sldLayoutMkLst>
            <pc:docMk/>
            <pc:sldMasterMk cId="2932743349" sldId="2147484533"/>
            <pc:sldLayoutMk cId="1724270110" sldId="2147484587"/>
          </pc:sldLayoutMkLst>
        </pc:sldLayoutChg>
        <pc:sldLayoutChg chg="del">
          <pc:chgData name="Anika Baro Villa" userId="67a94cae-1fc9-4df6-b5ef-a625656e99ed" providerId="ADAL" clId="{220EC3BC-A61D-4C2A-9580-0D396A49A061}" dt="2025-11-05T06:38:32.601" v="1102" actId="47"/>
          <pc:sldLayoutMkLst>
            <pc:docMk/>
            <pc:sldMasterMk cId="2932743349" sldId="2147484533"/>
            <pc:sldLayoutMk cId="3036749035" sldId="2147484588"/>
          </pc:sldLayoutMkLst>
        </pc:sldLayoutChg>
        <pc:sldLayoutChg chg="del">
          <pc:chgData name="Anika Baro Villa" userId="67a94cae-1fc9-4df6-b5ef-a625656e99ed" providerId="ADAL" clId="{220EC3BC-A61D-4C2A-9580-0D396A49A061}" dt="2025-11-05T06:38:32.601" v="1102" actId="47"/>
          <pc:sldLayoutMkLst>
            <pc:docMk/>
            <pc:sldMasterMk cId="2932743349" sldId="2147484533"/>
            <pc:sldLayoutMk cId="379785933" sldId="2147484589"/>
          </pc:sldLayoutMkLst>
        </pc:sldLayoutChg>
        <pc:sldLayoutChg chg="del">
          <pc:chgData name="Anika Baro Villa" userId="67a94cae-1fc9-4df6-b5ef-a625656e99ed" providerId="ADAL" clId="{220EC3BC-A61D-4C2A-9580-0D396A49A061}" dt="2025-11-05T06:38:32.601" v="1102" actId="47"/>
          <pc:sldLayoutMkLst>
            <pc:docMk/>
            <pc:sldMasterMk cId="2932743349" sldId="2147484533"/>
            <pc:sldLayoutMk cId="1326543558" sldId="2147484590"/>
          </pc:sldLayoutMkLst>
        </pc:sldLayoutChg>
        <pc:sldLayoutChg chg="del">
          <pc:chgData name="Anika Baro Villa" userId="67a94cae-1fc9-4df6-b5ef-a625656e99ed" providerId="ADAL" clId="{220EC3BC-A61D-4C2A-9580-0D396A49A061}" dt="2025-11-05T06:38:32.601" v="1102" actId="47"/>
          <pc:sldLayoutMkLst>
            <pc:docMk/>
            <pc:sldMasterMk cId="2932743349" sldId="2147484533"/>
            <pc:sldLayoutMk cId="1629607900" sldId="2147484591"/>
          </pc:sldLayoutMkLst>
        </pc:sldLayoutChg>
        <pc:sldLayoutChg chg="del">
          <pc:chgData name="Anika Baro Villa" userId="67a94cae-1fc9-4df6-b5ef-a625656e99ed" providerId="ADAL" clId="{220EC3BC-A61D-4C2A-9580-0D396A49A061}" dt="2025-11-05T06:38:32.601" v="1102" actId="47"/>
          <pc:sldLayoutMkLst>
            <pc:docMk/>
            <pc:sldMasterMk cId="2932743349" sldId="2147484533"/>
            <pc:sldLayoutMk cId="3538834020" sldId="2147484592"/>
          </pc:sldLayoutMkLst>
        </pc:sldLayoutChg>
        <pc:sldLayoutChg chg="del">
          <pc:chgData name="Anika Baro Villa" userId="67a94cae-1fc9-4df6-b5ef-a625656e99ed" providerId="ADAL" clId="{220EC3BC-A61D-4C2A-9580-0D396A49A061}" dt="2025-11-05T06:38:32.601" v="1102" actId="47"/>
          <pc:sldLayoutMkLst>
            <pc:docMk/>
            <pc:sldMasterMk cId="2932743349" sldId="2147484533"/>
            <pc:sldLayoutMk cId="1242301274" sldId="2147484593"/>
          </pc:sldLayoutMkLst>
        </pc:sldLayoutChg>
        <pc:sldLayoutChg chg="del">
          <pc:chgData name="Anika Baro Villa" userId="67a94cae-1fc9-4df6-b5ef-a625656e99ed" providerId="ADAL" clId="{220EC3BC-A61D-4C2A-9580-0D396A49A061}" dt="2025-11-05T06:38:32.601" v="1102" actId="47"/>
          <pc:sldLayoutMkLst>
            <pc:docMk/>
            <pc:sldMasterMk cId="2932743349" sldId="2147484533"/>
            <pc:sldLayoutMk cId="549528207" sldId="2147484594"/>
          </pc:sldLayoutMkLst>
        </pc:sldLayoutChg>
        <pc:sldLayoutChg chg="del">
          <pc:chgData name="Anika Baro Villa" userId="67a94cae-1fc9-4df6-b5ef-a625656e99ed" providerId="ADAL" clId="{220EC3BC-A61D-4C2A-9580-0D396A49A061}" dt="2025-11-05T06:38:32.601" v="1102" actId="47"/>
          <pc:sldLayoutMkLst>
            <pc:docMk/>
            <pc:sldMasterMk cId="2932743349" sldId="2147484533"/>
            <pc:sldLayoutMk cId="3764622898" sldId="2147484595"/>
          </pc:sldLayoutMkLst>
        </pc:sldLayoutChg>
        <pc:sldLayoutChg chg="del">
          <pc:chgData name="Anika Baro Villa" userId="67a94cae-1fc9-4df6-b5ef-a625656e99ed" providerId="ADAL" clId="{220EC3BC-A61D-4C2A-9580-0D396A49A061}" dt="2025-11-05T06:38:32.601" v="1102" actId="47"/>
          <pc:sldLayoutMkLst>
            <pc:docMk/>
            <pc:sldMasterMk cId="2932743349" sldId="2147484533"/>
            <pc:sldLayoutMk cId="3569406255" sldId="2147484596"/>
          </pc:sldLayoutMkLst>
        </pc:sldLayoutChg>
        <pc:sldLayoutChg chg="del">
          <pc:chgData name="Anika Baro Villa" userId="67a94cae-1fc9-4df6-b5ef-a625656e99ed" providerId="ADAL" clId="{220EC3BC-A61D-4C2A-9580-0D396A49A061}" dt="2025-11-05T06:38:32.601" v="1102" actId="47"/>
          <pc:sldLayoutMkLst>
            <pc:docMk/>
            <pc:sldMasterMk cId="2932743349" sldId="2147484533"/>
            <pc:sldLayoutMk cId="1357967594" sldId="2147484597"/>
          </pc:sldLayoutMkLst>
        </pc:sldLayoutChg>
        <pc:sldLayoutChg chg="del">
          <pc:chgData name="Anika Baro Villa" userId="67a94cae-1fc9-4df6-b5ef-a625656e99ed" providerId="ADAL" clId="{220EC3BC-A61D-4C2A-9580-0D396A49A061}" dt="2025-11-05T06:38:32.601" v="1102" actId="47"/>
          <pc:sldLayoutMkLst>
            <pc:docMk/>
            <pc:sldMasterMk cId="2932743349" sldId="2147484533"/>
            <pc:sldLayoutMk cId="2708352841" sldId="2147484598"/>
          </pc:sldLayoutMkLst>
        </pc:sldLayoutChg>
        <pc:sldLayoutChg chg="del">
          <pc:chgData name="Anika Baro Villa" userId="67a94cae-1fc9-4df6-b5ef-a625656e99ed" providerId="ADAL" clId="{220EC3BC-A61D-4C2A-9580-0D396A49A061}" dt="2025-11-05T06:38:32.601" v="1102" actId="47"/>
          <pc:sldLayoutMkLst>
            <pc:docMk/>
            <pc:sldMasterMk cId="2932743349" sldId="2147484533"/>
            <pc:sldLayoutMk cId="2795509265" sldId="2147484599"/>
          </pc:sldLayoutMkLst>
        </pc:sldLayoutChg>
        <pc:sldLayoutChg chg="del">
          <pc:chgData name="Anika Baro Villa" userId="67a94cae-1fc9-4df6-b5ef-a625656e99ed" providerId="ADAL" clId="{220EC3BC-A61D-4C2A-9580-0D396A49A061}" dt="2025-11-05T06:38:32.601" v="1102" actId="47"/>
          <pc:sldLayoutMkLst>
            <pc:docMk/>
            <pc:sldMasterMk cId="2932743349" sldId="2147484533"/>
            <pc:sldLayoutMk cId="2873030210" sldId="2147484600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5710C8F-46E5-485B-A1C5-63C5359A4891}" type="doc">
      <dgm:prSet loTypeId="urn:microsoft.com/office/officeart/2005/8/layout/vList2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69B9AEC-A900-44A6-B9D3-D62EA78AED04}">
      <dgm:prSet phldr="0"/>
      <dgm:spPr>
        <a:solidFill>
          <a:srgbClr val="093C69"/>
        </a:solidFill>
      </dgm:spPr>
      <dgm:t>
        <a:bodyPr/>
        <a:lstStyle/>
        <a:p>
          <a:pPr algn="l">
            <a:lnSpc>
              <a:spcPct val="90000"/>
            </a:lnSpc>
          </a:pPr>
          <a:r>
            <a:rPr lang="en-US" sz="4000" dirty="0">
              <a:latin typeface="Cambria" panose="02040503050406030204" pitchFamily="18" charset="0"/>
              <a:ea typeface="Cambria" panose="02040503050406030204" pitchFamily="18" charset="0"/>
              <a:cs typeface="+mn-cs"/>
            </a:rPr>
            <a:t>👥 </a:t>
          </a:r>
          <a:r>
            <a:rPr lang="en-US" sz="4000" i="1" dirty="0">
              <a:latin typeface="Cambria" panose="02040503050406030204" pitchFamily="18" charset="0"/>
              <a:ea typeface="Cambria" panose="02040503050406030204" pitchFamily="18" charset="0"/>
              <a:cs typeface="+mn-cs"/>
            </a:rPr>
            <a:t>1,209 Samples (Patients)</a:t>
          </a:r>
          <a:endParaRPr lang="en-US" sz="4000" dirty="0">
            <a:latin typeface="Cambria" panose="02040503050406030204" pitchFamily="18" charset="0"/>
            <a:ea typeface="Cambria" panose="02040503050406030204" pitchFamily="18" charset="0"/>
            <a:cs typeface="+mn-cs"/>
          </a:endParaRPr>
        </a:p>
      </dgm:t>
    </dgm:pt>
    <dgm:pt modelId="{1786CCDC-519D-48D3-9D5F-3E413F33E375}" type="parTrans" cxnId="{587ABB2A-E191-4A48-A3BE-FE38C844B1A0}">
      <dgm:prSet/>
      <dgm:spPr/>
      <dgm:t>
        <a:bodyPr/>
        <a:lstStyle/>
        <a:p>
          <a:endParaRPr lang="en-US"/>
        </a:p>
      </dgm:t>
    </dgm:pt>
    <dgm:pt modelId="{72E09E49-063F-4871-A407-A62375B0637E}" type="sibTrans" cxnId="{587ABB2A-E191-4A48-A3BE-FE38C844B1A0}">
      <dgm:prSet/>
      <dgm:spPr/>
      <dgm:t>
        <a:bodyPr/>
        <a:lstStyle/>
        <a:p>
          <a:endParaRPr lang="en-US"/>
        </a:p>
      </dgm:t>
    </dgm:pt>
    <dgm:pt modelId="{A69F0411-63CD-454E-8D31-7083D2B71FCC}">
      <dgm:prSet phldr="0"/>
      <dgm:spPr>
        <a:solidFill>
          <a:srgbClr val="093C69"/>
        </a:solidFill>
      </dgm:spPr>
      <dgm:t>
        <a:bodyPr/>
        <a:lstStyle/>
        <a:p>
          <a:pPr algn="l">
            <a:lnSpc>
              <a:spcPct val="90000"/>
            </a:lnSpc>
          </a:pPr>
          <a:r>
            <a:rPr lang="en-US" sz="4000" dirty="0">
              <a:latin typeface="Cambria" panose="02040503050406030204" pitchFamily="18" charset="0"/>
              <a:ea typeface="Cambria" panose="02040503050406030204" pitchFamily="18" charset="0"/>
              <a:cs typeface="+mn-cs"/>
            </a:rPr>
            <a:t>🧬 </a:t>
          </a:r>
          <a:r>
            <a:rPr lang="en-US" sz="4000" i="1" dirty="0">
              <a:latin typeface="Cambria" panose="02040503050406030204" pitchFamily="18" charset="0"/>
              <a:ea typeface="Cambria" panose="02040503050406030204" pitchFamily="18" charset="0"/>
              <a:cs typeface="+mn-cs"/>
            </a:rPr>
            <a:t>1,881 miRNAs (Features)</a:t>
          </a:r>
          <a:endParaRPr lang="en-US" sz="4000" dirty="0">
            <a:latin typeface="Cambria" panose="02040503050406030204" pitchFamily="18" charset="0"/>
            <a:ea typeface="Cambria" panose="02040503050406030204" pitchFamily="18" charset="0"/>
            <a:cs typeface="+mn-cs"/>
          </a:endParaRPr>
        </a:p>
      </dgm:t>
    </dgm:pt>
    <dgm:pt modelId="{5436C4E3-2DEF-4062-9FE1-28867F65A674}" type="parTrans" cxnId="{AED12D61-D202-45EA-952F-205652BDDE97}">
      <dgm:prSet/>
      <dgm:spPr/>
      <dgm:t>
        <a:bodyPr/>
        <a:lstStyle/>
        <a:p>
          <a:endParaRPr lang="en-US"/>
        </a:p>
      </dgm:t>
    </dgm:pt>
    <dgm:pt modelId="{6B8C0C23-9B7C-4B30-B8EB-40AD32C4F232}" type="sibTrans" cxnId="{AED12D61-D202-45EA-952F-205652BDDE97}">
      <dgm:prSet/>
      <dgm:spPr/>
      <dgm:t>
        <a:bodyPr/>
        <a:lstStyle/>
        <a:p>
          <a:endParaRPr lang="en-US"/>
        </a:p>
      </dgm:t>
    </dgm:pt>
    <dgm:pt modelId="{0EEDDA2A-5745-4D32-B258-8941A5BB63D8}" type="pres">
      <dgm:prSet presAssocID="{C5710C8F-46E5-485B-A1C5-63C5359A4891}" presName="linear" presStyleCnt="0">
        <dgm:presLayoutVars>
          <dgm:animLvl val="lvl"/>
          <dgm:resizeHandles val="exact"/>
        </dgm:presLayoutVars>
      </dgm:prSet>
      <dgm:spPr/>
    </dgm:pt>
    <dgm:pt modelId="{4C3009AF-14EA-42BB-9A0E-0E5F93E13217}" type="pres">
      <dgm:prSet presAssocID="{069B9AEC-A900-44A6-B9D3-D62EA78AED0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F9B6D5D2-1384-48B3-B188-552A76735409}" type="pres">
      <dgm:prSet presAssocID="{72E09E49-063F-4871-A407-A62375B0637E}" presName="spacer" presStyleCnt="0"/>
      <dgm:spPr/>
    </dgm:pt>
    <dgm:pt modelId="{FCD98FFA-13DD-4BC8-A309-DA2181D96FD6}" type="pres">
      <dgm:prSet presAssocID="{A69F0411-63CD-454E-8D31-7083D2B71FCC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855FD620-FA54-4E0E-9725-6177344BF89B}" type="presOf" srcId="{C5710C8F-46E5-485B-A1C5-63C5359A4891}" destId="{0EEDDA2A-5745-4D32-B258-8941A5BB63D8}" srcOrd="0" destOrd="0" presId="urn:microsoft.com/office/officeart/2005/8/layout/vList2"/>
    <dgm:cxn modelId="{587ABB2A-E191-4A48-A3BE-FE38C844B1A0}" srcId="{C5710C8F-46E5-485B-A1C5-63C5359A4891}" destId="{069B9AEC-A900-44A6-B9D3-D62EA78AED04}" srcOrd="0" destOrd="0" parTransId="{1786CCDC-519D-48D3-9D5F-3E413F33E375}" sibTransId="{72E09E49-063F-4871-A407-A62375B0637E}"/>
    <dgm:cxn modelId="{D84D8933-5899-4936-8B6E-B72AF10694A8}" type="presOf" srcId="{A69F0411-63CD-454E-8D31-7083D2B71FCC}" destId="{FCD98FFA-13DD-4BC8-A309-DA2181D96FD6}" srcOrd="0" destOrd="0" presId="urn:microsoft.com/office/officeart/2005/8/layout/vList2"/>
    <dgm:cxn modelId="{AED12D61-D202-45EA-952F-205652BDDE97}" srcId="{C5710C8F-46E5-485B-A1C5-63C5359A4891}" destId="{A69F0411-63CD-454E-8D31-7083D2B71FCC}" srcOrd="1" destOrd="0" parTransId="{5436C4E3-2DEF-4062-9FE1-28867F65A674}" sibTransId="{6B8C0C23-9B7C-4B30-B8EB-40AD32C4F232}"/>
    <dgm:cxn modelId="{4DA8126C-0B37-4C71-A01E-5304BCE6DC7E}" type="presOf" srcId="{069B9AEC-A900-44A6-B9D3-D62EA78AED04}" destId="{4C3009AF-14EA-42BB-9A0E-0E5F93E13217}" srcOrd="0" destOrd="0" presId="urn:microsoft.com/office/officeart/2005/8/layout/vList2"/>
    <dgm:cxn modelId="{A5586F6A-3E38-4AFD-9600-F7043B312859}" type="presParOf" srcId="{0EEDDA2A-5745-4D32-B258-8941A5BB63D8}" destId="{4C3009AF-14EA-42BB-9A0E-0E5F93E13217}" srcOrd="0" destOrd="0" presId="urn:microsoft.com/office/officeart/2005/8/layout/vList2"/>
    <dgm:cxn modelId="{99559745-A50F-41B6-B239-37126C761FE8}" type="presParOf" srcId="{0EEDDA2A-5745-4D32-B258-8941A5BB63D8}" destId="{F9B6D5D2-1384-48B3-B188-552A76735409}" srcOrd="1" destOrd="0" presId="urn:microsoft.com/office/officeart/2005/8/layout/vList2"/>
    <dgm:cxn modelId="{5E91695A-6946-4F2E-B95B-3A25586C9D74}" type="presParOf" srcId="{0EEDDA2A-5745-4D32-B258-8941A5BB63D8}" destId="{FCD98FFA-13DD-4BC8-A309-DA2181D96FD6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5710C8F-46E5-485B-A1C5-63C5359A4891}" type="doc">
      <dgm:prSet loTypeId="urn:microsoft.com/office/officeart/2005/8/layout/vList2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69B9AEC-A900-44A6-B9D3-D62EA78AED04}">
      <dgm:prSet phldr="0"/>
      <dgm:spPr>
        <a:solidFill>
          <a:srgbClr val="093C69"/>
        </a:solidFill>
      </dgm:spPr>
      <dgm:t>
        <a:bodyPr/>
        <a:lstStyle/>
        <a:p>
          <a:pPr algn="l">
            <a:lnSpc>
              <a:spcPct val="90000"/>
            </a:lnSpc>
          </a:pPr>
          <a:r>
            <a:rPr lang="en-US" sz="4000" dirty="0">
              <a:latin typeface="Cambria" panose="02040503050406030204" pitchFamily="18" charset="0"/>
              <a:ea typeface="Cambria" panose="02040503050406030204" pitchFamily="18" charset="0"/>
              <a:cs typeface="+mn-cs"/>
            </a:rPr>
            <a:t>👥 </a:t>
          </a:r>
          <a:r>
            <a:rPr lang="en-US" sz="4000" i="1" dirty="0">
              <a:latin typeface="Cambria" panose="02040503050406030204" pitchFamily="18" charset="0"/>
              <a:ea typeface="Cambria" panose="02040503050406030204" pitchFamily="18" charset="0"/>
              <a:cs typeface="+mn-cs"/>
            </a:rPr>
            <a:t>1,209 Samples (Patients)</a:t>
          </a:r>
          <a:endParaRPr lang="en-US" sz="4000" dirty="0">
            <a:latin typeface="Cambria" panose="02040503050406030204" pitchFamily="18" charset="0"/>
            <a:ea typeface="Cambria" panose="02040503050406030204" pitchFamily="18" charset="0"/>
            <a:cs typeface="+mn-cs"/>
          </a:endParaRPr>
        </a:p>
      </dgm:t>
    </dgm:pt>
    <dgm:pt modelId="{1786CCDC-519D-48D3-9D5F-3E413F33E375}" type="parTrans" cxnId="{587ABB2A-E191-4A48-A3BE-FE38C844B1A0}">
      <dgm:prSet/>
      <dgm:spPr/>
      <dgm:t>
        <a:bodyPr/>
        <a:lstStyle/>
        <a:p>
          <a:endParaRPr lang="en-US"/>
        </a:p>
      </dgm:t>
    </dgm:pt>
    <dgm:pt modelId="{72E09E49-063F-4871-A407-A62375B0637E}" type="sibTrans" cxnId="{587ABB2A-E191-4A48-A3BE-FE38C844B1A0}">
      <dgm:prSet/>
      <dgm:spPr/>
      <dgm:t>
        <a:bodyPr/>
        <a:lstStyle/>
        <a:p>
          <a:endParaRPr lang="en-US"/>
        </a:p>
      </dgm:t>
    </dgm:pt>
    <dgm:pt modelId="{A69F0411-63CD-454E-8D31-7083D2B71FCC}">
      <dgm:prSet phldr="0"/>
      <dgm:spPr>
        <a:solidFill>
          <a:srgbClr val="093C69"/>
        </a:solidFill>
      </dgm:spPr>
      <dgm:t>
        <a:bodyPr/>
        <a:lstStyle/>
        <a:p>
          <a:pPr algn="l">
            <a:lnSpc>
              <a:spcPct val="90000"/>
            </a:lnSpc>
          </a:pPr>
          <a:r>
            <a:rPr lang="en-US" sz="4000" dirty="0">
              <a:latin typeface="Cambria" panose="02040503050406030204" pitchFamily="18" charset="0"/>
              <a:ea typeface="Cambria" panose="02040503050406030204" pitchFamily="18" charset="0"/>
              <a:cs typeface="+mn-cs"/>
            </a:rPr>
            <a:t>🧬 </a:t>
          </a:r>
          <a:r>
            <a:rPr lang="en-US" sz="4000" i="1" dirty="0">
              <a:latin typeface="Cambria" panose="02040503050406030204" pitchFamily="18" charset="0"/>
              <a:ea typeface="Cambria" panose="02040503050406030204" pitchFamily="18" charset="0"/>
              <a:cs typeface="+mn-cs"/>
            </a:rPr>
            <a:t>1,881 miRNAs (Features)</a:t>
          </a:r>
          <a:endParaRPr lang="en-US" sz="4000" dirty="0">
            <a:latin typeface="Cambria" panose="02040503050406030204" pitchFamily="18" charset="0"/>
            <a:ea typeface="Cambria" panose="02040503050406030204" pitchFamily="18" charset="0"/>
            <a:cs typeface="+mn-cs"/>
          </a:endParaRPr>
        </a:p>
      </dgm:t>
    </dgm:pt>
    <dgm:pt modelId="{5436C4E3-2DEF-4062-9FE1-28867F65A674}" type="parTrans" cxnId="{AED12D61-D202-45EA-952F-205652BDDE97}">
      <dgm:prSet/>
      <dgm:spPr/>
      <dgm:t>
        <a:bodyPr/>
        <a:lstStyle/>
        <a:p>
          <a:endParaRPr lang="en-US"/>
        </a:p>
      </dgm:t>
    </dgm:pt>
    <dgm:pt modelId="{6B8C0C23-9B7C-4B30-B8EB-40AD32C4F232}" type="sibTrans" cxnId="{AED12D61-D202-45EA-952F-205652BDDE97}">
      <dgm:prSet/>
      <dgm:spPr/>
      <dgm:t>
        <a:bodyPr/>
        <a:lstStyle/>
        <a:p>
          <a:endParaRPr lang="en-US"/>
        </a:p>
      </dgm:t>
    </dgm:pt>
    <dgm:pt modelId="{0EEDDA2A-5745-4D32-B258-8941A5BB63D8}" type="pres">
      <dgm:prSet presAssocID="{C5710C8F-46E5-485B-A1C5-63C5359A4891}" presName="linear" presStyleCnt="0">
        <dgm:presLayoutVars>
          <dgm:animLvl val="lvl"/>
          <dgm:resizeHandles val="exact"/>
        </dgm:presLayoutVars>
      </dgm:prSet>
      <dgm:spPr/>
    </dgm:pt>
    <dgm:pt modelId="{4C3009AF-14EA-42BB-9A0E-0E5F93E13217}" type="pres">
      <dgm:prSet presAssocID="{069B9AEC-A900-44A6-B9D3-D62EA78AED0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F9B6D5D2-1384-48B3-B188-552A76735409}" type="pres">
      <dgm:prSet presAssocID="{72E09E49-063F-4871-A407-A62375B0637E}" presName="spacer" presStyleCnt="0"/>
      <dgm:spPr/>
    </dgm:pt>
    <dgm:pt modelId="{FCD98FFA-13DD-4BC8-A309-DA2181D96FD6}" type="pres">
      <dgm:prSet presAssocID="{A69F0411-63CD-454E-8D31-7083D2B71FCC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855FD620-FA54-4E0E-9725-6177344BF89B}" type="presOf" srcId="{C5710C8F-46E5-485B-A1C5-63C5359A4891}" destId="{0EEDDA2A-5745-4D32-B258-8941A5BB63D8}" srcOrd="0" destOrd="0" presId="urn:microsoft.com/office/officeart/2005/8/layout/vList2"/>
    <dgm:cxn modelId="{587ABB2A-E191-4A48-A3BE-FE38C844B1A0}" srcId="{C5710C8F-46E5-485B-A1C5-63C5359A4891}" destId="{069B9AEC-A900-44A6-B9D3-D62EA78AED04}" srcOrd="0" destOrd="0" parTransId="{1786CCDC-519D-48D3-9D5F-3E413F33E375}" sibTransId="{72E09E49-063F-4871-A407-A62375B0637E}"/>
    <dgm:cxn modelId="{D84D8933-5899-4936-8B6E-B72AF10694A8}" type="presOf" srcId="{A69F0411-63CD-454E-8D31-7083D2B71FCC}" destId="{FCD98FFA-13DD-4BC8-A309-DA2181D96FD6}" srcOrd="0" destOrd="0" presId="urn:microsoft.com/office/officeart/2005/8/layout/vList2"/>
    <dgm:cxn modelId="{AED12D61-D202-45EA-952F-205652BDDE97}" srcId="{C5710C8F-46E5-485B-A1C5-63C5359A4891}" destId="{A69F0411-63CD-454E-8D31-7083D2B71FCC}" srcOrd="1" destOrd="0" parTransId="{5436C4E3-2DEF-4062-9FE1-28867F65A674}" sibTransId="{6B8C0C23-9B7C-4B30-B8EB-40AD32C4F232}"/>
    <dgm:cxn modelId="{4DA8126C-0B37-4C71-A01E-5304BCE6DC7E}" type="presOf" srcId="{069B9AEC-A900-44A6-B9D3-D62EA78AED04}" destId="{4C3009AF-14EA-42BB-9A0E-0E5F93E13217}" srcOrd="0" destOrd="0" presId="urn:microsoft.com/office/officeart/2005/8/layout/vList2"/>
    <dgm:cxn modelId="{A5586F6A-3E38-4AFD-9600-F7043B312859}" type="presParOf" srcId="{0EEDDA2A-5745-4D32-B258-8941A5BB63D8}" destId="{4C3009AF-14EA-42BB-9A0E-0E5F93E13217}" srcOrd="0" destOrd="0" presId="urn:microsoft.com/office/officeart/2005/8/layout/vList2"/>
    <dgm:cxn modelId="{99559745-A50F-41B6-B239-37126C761FE8}" type="presParOf" srcId="{0EEDDA2A-5745-4D32-B258-8941A5BB63D8}" destId="{F9B6D5D2-1384-48B3-B188-552A76735409}" srcOrd="1" destOrd="0" presId="urn:microsoft.com/office/officeart/2005/8/layout/vList2"/>
    <dgm:cxn modelId="{5E91695A-6946-4F2E-B95B-3A25586C9D74}" type="presParOf" srcId="{0EEDDA2A-5745-4D32-B258-8941A5BB63D8}" destId="{FCD98FFA-13DD-4BC8-A309-DA2181D96FD6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43570CD-03B1-AD4B-B2AE-B9CFFD97D68D}" type="doc">
      <dgm:prSet loTypeId="urn:microsoft.com/office/officeart/2016/7/layout/VerticalSolidActionList" loCatId="List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7BDC8A91-8D15-8143-B1E4-7F06DCA390D1}">
      <dgm:prSet custT="1"/>
      <dgm:spPr/>
      <dgm:t>
        <a:bodyPr/>
        <a:lstStyle/>
        <a:p>
          <a:r>
            <a:rPr lang="en-US" sz="1400" dirty="0">
              <a:latin typeface="Cambria" panose="02040503050406030204" pitchFamily="18" charset="0"/>
              <a:ea typeface="Cambria" panose="02040503050406030204" pitchFamily="18" charset="0"/>
            </a:rPr>
            <a:t>Cross-reference identified miRNAs with published breast cancer biomarker studies to validate biological relevance of top consensus miRNAs.</a:t>
          </a:r>
        </a:p>
      </dgm:t>
    </dgm:pt>
    <dgm:pt modelId="{45024CE3-8CDB-E64A-8EE5-713CC2F13C03}" type="parTrans" cxnId="{A8F057B5-E52C-864A-8895-BC8A4213EFF7}">
      <dgm:prSet/>
      <dgm:spPr/>
      <dgm:t>
        <a:bodyPr/>
        <a:lstStyle/>
        <a:p>
          <a:endParaRPr lang="en-US"/>
        </a:p>
      </dgm:t>
    </dgm:pt>
    <dgm:pt modelId="{37D6BB89-0721-334A-8390-BAABF1B7CBE8}" type="sibTrans" cxnId="{A8F057B5-E52C-864A-8895-BC8A4213EFF7}">
      <dgm:prSet/>
      <dgm:spPr/>
      <dgm:t>
        <a:bodyPr/>
        <a:lstStyle/>
        <a:p>
          <a:endParaRPr lang="en-US"/>
        </a:p>
      </dgm:t>
    </dgm:pt>
    <dgm:pt modelId="{CE545AFC-AE7F-2346-88BA-6F81F5D5C1DD}">
      <dgm:prSet custT="1"/>
      <dgm:spPr/>
      <dgm:t>
        <a:bodyPr/>
        <a:lstStyle/>
        <a:p>
          <a:pPr>
            <a:defRPr b="1"/>
          </a:pPr>
          <a:r>
            <a:rPr lang="en-US" sz="1400" b="1" dirty="0">
              <a:latin typeface="Cambria" panose="02040503050406030204" pitchFamily="18" charset="0"/>
              <a:ea typeface="Cambria" panose="02040503050406030204" pitchFamily="18" charset="0"/>
            </a:rPr>
            <a:t>Final Report &amp; Documentation</a:t>
          </a:r>
        </a:p>
      </dgm:t>
    </dgm:pt>
    <dgm:pt modelId="{24897903-4BCD-5343-A096-566EFD0C2F73}" type="parTrans" cxnId="{6E77619F-0729-0A4A-B1D1-6E5E914D5F38}">
      <dgm:prSet/>
      <dgm:spPr/>
      <dgm:t>
        <a:bodyPr/>
        <a:lstStyle/>
        <a:p>
          <a:endParaRPr lang="en-US"/>
        </a:p>
      </dgm:t>
    </dgm:pt>
    <dgm:pt modelId="{1E1AFEE3-F4BB-2C49-888F-DA36E25700EF}" type="sibTrans" cxnId="{6E77619F-0729-0A4A-B1D1-6E5E914D5F38}">
      <dgm:prSet/>
      <dgm:spPr/>
      <dgm:t>
        <a:bodyPr/>
        <a:lstStyle/>
        <a:p>
          <a:endParaRPr lang="en-US"/>
        </a:p>
      </dgm:t>
    </dgm:pt>
    <dgm:pt modelId="{3EFBA0E7-B447-4E47-B419-1B470534A7E2}">
      <dgm:prSet/>
      <dgm:spPr/>
      <dgm:t>
        <a:bodyPr/>
        <a:lstStyle/>
        <a:p>
          <a:r>
            <a:rPr lang="en-US" dirty="0">
              <a:latin typeface="Cambria" panose="02040503050406030204" pitchFamily="18" charset="0"/>
              <a:ea typeface="Cambria" panose="02040503050406030204" pitchFamily="18" charset="0"/>
            </a:rPr>
            <a:t>Comprehensive results and method comparison. Discussion of class imbalance impact (especially Stage IV). Recommendations for improving performance and future research directions.</a:t>
          </a:r>
        </a:p>
      </dgm:t>
    </dgm:pt>
    <dgm:pt modelId="{F16FCAC1-5B40-EC4B-80E8-DE8CAD126023}" type="parTrans" cxnId="{545DCA47-FBDA-2A4C-9A79-672292DCAC2A}">
      <dgm:prSet/>
      <dgm:spPr/>
      <dgm:t>
        <a:bodyPr/>
        <a:lstStyle/>
        <a:p>
          <a:endParaRPr lang="en-US"/>
        </a:p>
      </dgm:t>
    </dgm:pt>
    <dgm:pt modelId="{F3876672-78A6-E741-8798-070DDC1807A3}" type="sibTrans" cxnId="{545DCA47-FBDA-2A4C-9A79-672292DCAC2A}">
      <dgm:prSet/>
      <dgm:spPr/>
      <dgm:t>
        <a:bodyPr/>
        <a:lstStyle/>
        <a:p>
          <a:endParaRPr lang="en-US"/>
        </a:p>
      </dgm:t>
    </dgm:pt>
    <dgm:pt modelId="{23296012-DA53-4E45-B3FE-C480014353CF}">
      <dgm:prSet custT="1"/>
      <dgm:spPr/>
      <dgm:t>
        <a:bodyPr/>
        <a:lstStyle/>
        <a:p>
          <a:pPr>
            <a:defRPr b="1"/>
          </a:pPr>
          <a:r>
            <a:rPr lang="en-US" sz="1400" b="1" dirty="0">
              <a:latin typeface="Cambria" panose="02040503050406030204" pitchFamily="18" charset="0"/>
              <a:ea typeface="Cambria" panose="02040503050406030204" pitchFamily="18" charset="0"/>
            </a:rPr>
            <a:t>Program</a:t>
          </a:r>
          <a:endParaRPr lang="en-US" sz="1700" b="1" dirty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00D8FFAB-FC32-C54E-BF8B-A158738B9C64}" type="parTrans" cxnId="{6E5B9A45-4859-654F-BE66-77CB7F64E870}">
      <dgm:prSet/>
      <dgm:spPr/>
      <dgm:t>
        <a:bodyPr/>
        <a:lstStyle/>
        <a:p>
          <a:endParaRPr lang="en-US"/>
        </a:p>
      </dgm:t>
    </dgm:pt>
    <dgm:pt modelId="{A4D94EDA-34B1-364E-B545-FD62172224C6}" type="sibTrans" cxnId="{6E5B9A45-4859-654F-BE66-77CB7F64E870}">
      <dgm:prSet/>
      <dgm:spPr/>
      <dgm:t>
        <a:bodyPr/>
        <a:lstStyle/>
        <a:p>
          <a:endParaRPr lang="en-US"/>
        </a:p>
      </dgm:t>
    </dgm:pt>
    <dgm:pt modelId="{56DAF50E-AA70-0B41-BBC7-1663C90B3BD5}">
      <dgm:prSet/>
      <dgm:spPr/>
      <dgm:t>
        <a:bodyPr/>
        <a:lstStyle/>
        <a:p>
          <a:r>
            <a:rPr lang="en-US" dirty="0">
              <a:latin typeface="Cambria" panose="02040503050406030204" pitchFamily="18" charset="0"/>
              <a:ea typeface="Cambria" panose="02040503050406030204" pitchFamily="18" charset="0"/>
            </a:rPr>
            <a:t>Deliver well-documented, reproducible code with all outputs and analysis pipelines.</a:t>
          </a:r>
        </a:p>
      </dgm:t>
    </dgm:pt>
    <dgm:pt modelId="{B9B8CF75-B237-3343-AC70-D88DF7DD2164}" type="parTrans" cxnId="{AACA1680-74BE-F144-AC97-B122E72CA2BF}">
      <dgm:prSet/>
      <dgm:spPr/>
      <dgm:t>
        <a:bodyPr/>
        <a:lstStyle/>
        <a:p>
          <a:endParaRPr lang="en-US"/>
        </a:p>
      </dgm:t>
    </dgm:pt>
    <dgm:pt modelId="{8DD76DFE-9AF9-954E-B6BF-8A009256390B}" type="sibTrans" cxnId="{AACA1680-74BE-F144-AC97-B122E72CA2BF}">
      <dgm:prSet/>
      <dgm:spPr/>
      <dgm:t>
        <a:bodyPr/>
        <a:lstStyle/>
        <a:p>
          <a:endParaRPr lang="en-US"/>
        </a:p>
      </dgm:t>
    </dgm:pt>
    <dgm:pt modelId="{21777E6E-7FE7-6744-8D68-F2B0BEEAC5B1}">
      <dgm:prSet custT="1"/>
      <dgm:spPr/>
      <dgm:t>
        <a:bodyPr/>
        <a:lstStyle/>
        <a:p>
          <a:pPr>
            <a:defRPr b="1"/>
          </a:pPr>
          <a:r>
            <a:rPr lang="en-US" sz="1400" b="1" dirty="0">
              <a:latin typeface="Cambria" panose="02040503050406030204" pitchFamily="18" charset="0"/>
              <a:ea typeface="Cambria" panose="02040503050406030204" pitchFamily="18" charset="0"/>
            </a:rPr>
            <a:t>Literature Validation</a:t>
          </a:r>
          <a:endParaRPr lang="en-US" sz="1400" dirty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477AEEA4-4310-3D4B-9B32-004E09781051}" type="parTrans" cxnId="{5F86CCB2-86A0-40D9-B765-2242CED43E0F}">
      <dgm:prSet/>
      <dgm:spPr/>
      <dgm:t>
        <a:bodyPr/>
        <a:lstStyle/>
        <a:p>
          <a:endParaRPr lang="en-US"/>
        </a:p>
      </dgm:t>
    </dgm:pt>
    <dgm:pt modelId="{972C17E4-ED44-0E42-A264-031D194DDAE4}" type="sibTrans" cxnId="{5F86CCB2-86A0-40D9-B765-2242CED43E0F}">
      <dgm:prSet/>
      <dgm:spPr/>
      <dgm:t>
        <a:bodyPr/>
        <a:lstStyle/>
        <a:p>
          <a:endParaRPr lang="en-US"/>
        </a:p>
      </dgm:t>
    </dgm:pt>
    <dgm:pt modelId="{4AF92AEA-BF40-4223-B69D-800CE376CD1D}" type="pres">
      <dgm:prSet presAssocID="{B43570CD-03B1-AD4B-B2AE-B9CFFD97D68D}" presName="Name0" presStyleCnt="0">
        <dgm:presLayoutVars>
          <dgm:dir/>
          <dgm:animLvl val="lvl"/>
          <dgm:resizeHandles val="exact"/>
        </dgm:presLayoutVars>
      </dgm:prSet>
      <dgm:spPr/>
    </dgm:pt>
    <dgm:pt modelId="{EA33058D-E574-4876-A78F-AA52BF115FDC}" type="pres">
      <dgm:prSet presAssocID="{21777E6E-7FE7-6744-8D68-F2B0BEEAC5B1}" presName="linNode" presStyleCnt="0"/>
      <dgm:spPr/>
    </dgm:pt>
    <dgm:pt modelId="{811CE37C-9055-4A18-B44F-8AAAACA33E14}" type="pres">
      <dgm:prSet presAssocID="{21777E6E-7FE7-6744-8D68-F2B0BEEAC5B1}" presName="parentText" presStyleLbl="alignNode1" presStyleIdx="0" presStyleCnt="3" custScaleX="140609">
        <dgm:presLayoutVars>
          <dgm:chMax val="1"/>
          <dgm:bulletEnabled/>
        </dgm:presLayoutVars>
      </dgm:prSet>
      <dgm:spPr/>
    </dgm:pt>
    <dgm:pt modelId="{02930124-3E10-4F1C-B5B7-92085A0921A4}" type="pres">
      <dgm:prSet presAssocID="{21777E6E-7FE7-6744-8D68-F2B0BEEAC5B1}" presName="descendantText" presStyleLbl="alignAccFollowNode1" presStyleIdx="0" presStyleCnt="3">
        <dgm:presLayoutVars>
          <dgm:bulletEnabled/>
        </dgm:presLayoutVars>
      </dgm:prSet>
      <dgm:spPr/>
    </dgm:pt>
    <dgm:pt modelId="{56FEBCCA-F081-493C-842A-F28083EBF8A1}" type="pres">
      <dgm:prSet presAssocID="{972C17E4-ED44-0E42-A264-031D194DDAE4}" presName="sp" presStyleCnt="0"/>
      <dgm:spPr/>
    </dgm:pt>
    <dgm:pt modelId="{FCD20C81-7813-45EC-B491-A71F9CF4A707}" type="pres">
      <dgm:prSet presAssocID="{CE545AFC-AE7F-2346-88BA-6F81F5D5C1DD}" presName="linNode" presStyleCnt="0"/>
      <dgm:spPr/>
    </dgm:pt>
    <dgm:pt modelId="{9A1AAEFA-798B-4F9F-AC3A-D6D8C8B3DBD2}" type="pres">
      <dgm:prSet presAssocID="{CE545AFC-AE7F-2346-88BA-6F81F5D5C1DD}" presName="parentText" presStyleLbl="alignNode1" presStyleIdx="1" presStyleCnt="3" custScaleX="140609">
        <dgm:presLayoutVars>
          <dgm:chMax val="1"/>
          <dgm:bulletEnabled/>
        </dgm:presLayoutVars>
      </dgm:prSet>
      <dgm:spPr/>
    </dgm:pt>
    <dgm:pt modelId="{56295EA0-9804-4E4C-A8B6-8285FDBE3DA8}" type="pres">
      <dgm:prSet presAssocID="{CE545AFC-AE7F-2346-88BA-6F81F5D5C1DD}" presName="descendantText" presStyleLbl="alignAccFollowNode1" presStyleIdx="1" presStyleCnt="3">
        <dgm:presLayoutVars>
          <dgm:bulletEnabled/>
        </dgm:presLayoutVars>
      </dgm:prSet>
      <dgm:spPr/>
    </dgm:pt>
    <dgm:pt modelId="{AF60EA09-3580-4354-8C4F-482B0DC1F0D7}" type="pres">
      <dgm:prSet presAssocID="{1E1AFEE3-F4BB-2C49-888F-DA36E25700EF}" presName="sp" presStyleCnt="0"/>
      <dgm:spPr/>
    </dgm:pt>
    <dgm:pt modelId="{76816D10-28E8-44DC-881E-0D59FA374B61}" type="pres">
      <dgm:prSet presAssocID="{23296012-DA53-4E45-B3FE-C480014353CF}" presName="linNode" presStyleCnt="0"/>
      <dgm:spPr/>
    </dgm:pt>
    <dgm:pt modelId="{07A74247-99D5-4008-BC99-036B27431A35}" type="pres">
      <dgm:prSet presAssocID="{23296012-DA53-4E45-B3FE-C480014353CF}" presName="parentText" presStyleLbl="alignNode1" presStyleIdx="2" presStyleCnt="3" custScaleX="140609">
        <dgm:presLayoutVars>
          <dgm:chMax val="1"/>
          <dgm:bulletEnabled/>
        </dgm:presLayoutVars>
      </dgm:prSet>
      <dgm:spPr/>
    </dgm:pt>
    <dgm:pt modelId="{61259DF9-4785-4390-B184-840A66271205}" type="pres">
      <dgm:prSet presAssocID="{23296012-DA53-4E45-B3FE-C480014353CF}" presName="descendantText" presStyleLbl="alignAccFollowNode1" presStyleIdx="2" presStyleCnt="3" custLinFactNeighborX="627">
        <dgm:presLayoutVars>
          <dgm:bulletEnabled/>
        </dgm:presLayoutVars>
      </dgm:prSet>
      <dgm:spPr/>
    </dgm:pt>
  </dgm:ptLst>
  <dgm:cxnLst>
    <dgm:cxn modelId="{CBE1E21A-52FA-40FB-92F7-BAA93EF7E205}" type="presOf" srcId="{7BDC8A91-8D15-8143-B1E4-7F06DCA390D1}" destId="{02930124-3E10-4F1C-B5B7-92085A0921A4}" srcOrd="0" destOrd="0" presId="urn:microsoft.com/office/officeart/2016/7/layout/VerticalSolidActionList"/>
    <dgm:cxn modelId="{B6EB2D25-F5A6-466C-B7F4-28F3868103EB}" type="presOf" srcId="{CE545AFC-AE7F-2346-88BA-6F81F5D5C1DD}" destId="{9A1AAEFA-798B-4F9F-AC3A-D6D8C8B3DBD2}" srcOrd="0" destOrd="0" presId="urn:microsoft.com/office/officeart/2016/7/layout/VerticalSolidActionList"/>
    <dgm:cxn modelId="{379B4E31-81FA-47F4-9136-E412FD201C84}" type="presOf" srcId="{56DAF50E-AA70-0B41-BBC7-1663C90B3BD5}" destId="{61259DF9-4785-4390-B184-840A66271205}" srcOrd="0" destOrd="0" presId="urn:microsoft.com/office/officeart/2016/7/layout/VerticalSolidActionList"/>
    <dgm:cxn modelId="{6E5B9A45-4859-654F-BE66-77CB7F64E870}" srcId="{B43570CD-03B1-AD4B-B2AE-B9CFFD97D68D}" destId="{23296012-DA53-4E45-B3FE-C480014353CF}" srcOrd="2" destOrd="0" parTransId="{00D8FFAB-FC32-C54E-BF8B-A158738B9C64}" sibTransId="{A4D94EDA-34B1-364E-B545-FD62172224C6}"/>
    <dgm:cxn modelId="{545DCA47-FBDA-2A4C-9A79-672292DCAC2A}" srcId="{CE545AFC-AE7F-2346-88BA-6F81F5D5C1DD}" destId="{3EFBA0E7-B447-4E47-B419-1B470534A7E2}" srcOrd="0" destOrd="0" parTransId="{F16FCAC1-5B40-EC4B-80E8-DE8CAD126023}" sibTransId="{F3876672-78A6-E741-8798-070DDC1807A3}"/>
    <dgm:cxn modelId="{AACA1680-74BE-F144-AC97-B122E72CA2BF}" srcId="{23296012-DA53-4E45-B3FE-C480014353CF}" destId="{56DAF50E-AA70-0B41-BBC7-1663C90B3BD5}" srcOrd="0" destOrd="0" parTransId="{B9B8CF75-B237-3343-AC70-D88DF7DD2164}" sibTransId="{8DD76DFE-9AF9-954E-B6BF-8A009256390B}"/>
    <dgm:cxn modelId="{C6F93191-7BBE-4B81-8DC4-561A6FA85470}" type="presOf" srcId="{3EFBA0E7-B447-4E47-B419-1B470534A7E2}" destId="{56295EA0-9804-4E4C-A8B6-8285FDBE3DA8}" srcOrd="0" destOrd="0" presId="urn:microsoft.com/office/officeart/2016/7/layout/VerticalSolidActionList"/>
    <dgm:cxn modelId="{826A5993-79DD-4C3E-942D-BEDC2BD029D4}" type="presOf" srcId="{23296012-DA53-4E45-B3FE-C480014353CF}" destId="{07A74247-99D5-4008-BC99-036B27431A35}" srcOrd="0" destOrd="0" presId="urn:microsoft.com/office/officeart/2016/7/layout/VerticalSolidActionList"/>
    <dgm:cxn modelId="{6E77619F-0729-0A4A-B1D1-6E5E914D5F38}" srcId="{B43570CD-03B1-AD4B-B2AE-B9CFFD97D68D}" destId="{CE545AFC-AE7F-2346-88BA-6F81F5D5C1DD}" srcOrd="1" destOrd="0" parTransId="{24897903-4BCD-5343-A096-566EFD0C2F73}" sibTransId="{1E1AFEE3-F4BB-2C49-888F-DA36E25700EF}"/>
    <dgm:cxn modelId="{5F86CCB2-86A0-40D9-B765-2242CED43E0F}" srcId="{B43570CD-03B1-AD4B-B2AE-B9CFFD97D68D}" destId="{21777E6E-7FE7-6744-8D68-F2B0BEEAC5B1}" srcOrd="0" destOrd="0" parTransId="{477AEEA4-4310-3D4B-9B32-004E09781051}" sibTransId="{972C17E4-ED44-0E42-A264-031D194DDAE4}"/>
    <dgm:cxn modelId="{A8F057B5-E52C-864A-8895-BC8A4213EFF7}" srcId="{21777E6E-7FE7-6744-8D68-F2B0BEEAC5B1}" destId="{7BDC8A91-8D15-8143-B1E4-7F06DCA390D1}" srcOrd="0" destOrd="0" parTransId="{45024CE3-8CDB-E64A-8EE5-713CC2F13C03}" sibTransId="{37D6BB89-0721-334A-8390-BAABF1B7CBE8}"/>
    <dgm:cxn modelId="{6A0BCCC2-6A93-47C9-AE9E-3A85CEB52545}" type="presOf" srcId="{21777E6E-7FE7-6744-8D68-F2B0BEEAC5B1}" destId="{811CE37C-9055-4A18-B44F-8AAAACA33E14}" srcOrd="0" destOrd="0" presId="urn:microsoft.com/office/officeart/2016/7/layout/VerticalSolidActionList"/>
    <dgm:cxn modelId="{462048E2-FD11-4146-B5D5-26890854A808}" type="presOf" srcId="{B43570CD-03B1-AD4B-B2AE-B9CFFD97D68D}" destId="{4AF92AEA-BF40-4223-B69D-800CE376CD1D}" srcOrd="0" destOrd="0" presId="urn:microsoft.com/office/officeart/2016/7/layout/VerticalSolidActionList"/>
    <dgm:cxn modelId="{5408F61A-3124-4C6D-867D-D1F079809248}" type="presParOf" srcId="{4AF92AEA-BF40-4223-B69D-800CE376CD1D}" destId="{EA33058D-E574-4876-A78F-AA52BF115FDC}" srcOrd="0" destOrd="0" presId="urn:microsoft.com/office/officeart/2016/7/layout/VerticalSolidActionList"/>
    <dgm:cxn modelId="{A2DBDE25-0FB4-4433-8E5A-B199A631C116}" type="presParOf" srcId="{EA33058D-E574-4876-A78F-AA52BF115FDC}" destId="{811CE37C-9055-4A18-B44F-8AAAACA33E14}" srcOrd="0" destOrd="0" presId="urn:microsoft.com/office/officeart/2016/7/layout/VerticalSolidActionList"/>
    <dgm:cxn modelId="{08FA44C0-285F-4CC7-A1BE-D616692E98D6}" type="presParOf" srcId="{EA33058D-E574-4876-A78F-AA52BF115FDC}" destId="{02930124-3E10-4F1C-B5B7-92085A0921A4}" srcOrd="1" destOrd="0" presId="urn:microsoft.com/office/officeart/2016/7/layout/VerticalSolidActionList"/>
    <dgm:cxn modelId="{BF94A649-D536-4C7D-A82E-CC528E699437}" type="presParOf" srcId="{4AF92AEA-BF40-4223-B69D-800CE376CD1D}" destId="{56FEBCCA-F081-493C-842A-F28083EBF8A1}" srcOrd="1" destOrd="0" presId="urn:microsoft.com/office/officeart/2016/7/layout/VerticalSolidActionList"/>
    <dgm:cxn modelId="{BD71C1F6-1598-4087-92F3-FB5255B42EEC}" type="presParOf" srcId="{4AF92AEA-BF40-4223-B69D-800CE376CD1D}" destId="{FCD20C81-7813-45EC-B491-A71F9CF4A707}" srcOrd="2" destOrd="0" presId="urn:microsoft.com/office/officeart/2016/7/layout/VerticalSolidActionList"/>
    <dgm:cxn modelId="{A38F9C12-4296-404E-91DA-0A28FD858557}" type="presParOf" srcId="{FCD20C81-7813-45EC-B491-A71F9CF4A707}" destId="{9A1AAEFA-798B-4F9F-AC3A-D6D8C8B3DBD2}" srcOrd="0" destOrd="0" presId="urn:microsoft.com/office/officeart/2016/7/layout/VerticalSolidActionList"/>
    <dgm:cxn modelId="{5D0EF940-BFD5-4A12-BF6C-ABAA28F8FE72}" type="presParOf" srcId="{FCD20C81-7813-45EC-B491-A71F9CF4A707}" destId="{56295EA0-9804-4E4C-A8B6-8285FDBE3DA8}" srcOrd="1" destOrd="0" presId="urn:microsoft.com/office/officeart/2016/7/layout/VerticalSolidActionList"/>
    <dgm:cxn modelId="{416C05A9-D139-4858-89F3-50E9C45F652D}" type="presParOf" srcId="{4AF92AEA-BF40-4223-B69D-800CE376CD1D}" destId="{AF60EA09-3580-4354-8C4F-482B0DC1F0D7}" srcOrd="3" destOrd="0" presId="urn:microsoft.com/office/officeart/2016/7/layout/VerticalSolidActionList"/>
    <dgm:cxn modelId="{8E77F54B-01C3-410C-AB61-CFB756B80F15}" type="presParOf" srcId="{4AF92AEA-BF40-4223-B69D-800CE376CD1D}" destId="{76816D10-28E8-44DC-881E-0D59FA374B61}" srcOrd="4" destOrd="0" presId="urn:microsoft.com/office/officeart/2016/7/layout/VerticalSolidActionList"/>
    <dgm:cxn modelId="{1C487A8A-D138-4679-B00F-18B7B202AFBD}" type="presParOf" srcId="{76816D10-28E8-44DC-881E-0D59FA374B61}" destId="{07A74247-99D5-4008-BC99-036B27431A35}" srcOrd="0" destOrd="0" presId="urn:microsoft.com/office/officeart/2016/7/layout/VerticalSolidActionList"/>
    <dgm:cxn modelId="{2CEFCD1C-203A-4F73-8301-E33F27217F63}" type="presParOf" srcId="{76816D10-28E8-44DC-881E-0D59FA374B61}" destId="{61259DF9-4785-4390-B184-840A66271205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3009AF-14EA-42BB-9A0E-0E5F93E13217}">
      <dsp:nvSpPr>
        <dsp:cNvPr id="0" name=""/>
        <dsp:cNvSpPr/>
      </dsp:nvSpPr>
      <dsp:spPr>
        <a:xfrm>
          <a:off x="0" y="56978"/>
          <a:ext cx="1886864" cy="696149"/>
        </a:xfrm>
        <a:prstGeom prst="roundRect">
          <a:avLst/>
        </a:prstGeom>
        <a:solidFill>
          <a:srgbClr val="093C69"/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Cambria" panose="02040503050406030204" pitchFamily="18" charset="0"/>
              <a:ea typeface="Cambria" panose="02040503050406030204" pitchFamily="18" charset="0"/>
              <a:cs typeface="+mn-cs"/>
            </a:rPr>
            <a:t>👥 </a:t>
          </a:r>
          <a:r>
            <a:rPr lang="en-US" sz="1700" i="1" kern="1200" dirty="0">
              <a:latin typeface="Cambria" panose="02040503050406030204" pitchFamily="18" charset="0"/>
              <a:ea typeface="Cambria" panose="02040503050406030204" pitchFamily="18" charset="0"/>
              <a:cs typeface="+mn-cs"/>
            </a:rPr>
            <a:t>1,209 Samples (Patients)</a:t>
          </a:r>
          <a:endParaRPr lang="en-US" sz="1700" kern="1200" dirty="0">
            <a:latin typeface="Cambria" panose="02040503050406030204" pitchFamily="18" charset="0"/>
            <a:ea typeface="Cambria" panose="02040503050406030204" pitchFamily="18" charset="0"/>
            <a:cs typeface="+mn-cs"/>
          </a:endParaRPr>
        </a:p>
      </dsp:txBody>
      <dsp:txXfrm>
        <a:off x="33983" y="90961"/>
        <a:ext cx="1818898" cy="628183"/>
      </dsp:txXfrm>
    </dsp:sp>
    <dsp:sp modelId="{FCD98FFA-13DD-4BC8-A309-DA2181D96FD6}">
      <dsp:nvSpPr>
        <dsp:cNvPr id="0" name=""/>
        <dsp:cNvSpPr/>
      </dsp:nvSpPr>
      <dsp:spPr>
        <a:xfrm>
          <a:off x="0" y="802088"/>
          <a:ext cx="1886864" cy="696149"/>
        </a:xfrm>
        <a:prstGeom prst="roundRect">
          <a:avLst/>
        </a:prstGeom>
        <a:solidFill>
          <a:srgbClr val="093C69"/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Cambria" panose="02040503050406030204" pitchFamily="18" charset="0"/>
              <a:ea typeface="Cambria" panose="02040503050406030204" pitchFamily="18" charset="0"/>
              <a:cs typeface="+mn-cs"/>
            </a:rPr>
            <a:t>🧬 </a:t>
          </a:r>
          <a:r>
            <a:rPr lang="en-US" sz="1700" i="1" kern="1200" dirty="0">
              <a:latin typeface="Cambria" panose="02040503050406030204" pitchFamily="18" charset="0"/>
              <a:ea typeface="Cambria" panose="02040503050406030204" pitchFamily="18" charset="0"/>
              <a:cs typeface="+mn-cs"/>
            </a:rPr>
            <a:t>1,881 miRNAs (Features)</a:t>
          </a:r>
          <a:endParaRPr lang="en-US" sz="1700" kern="1200" dirty="0">
            <a:latin typeface="Cambria" panose="02040503050406030204" pitchFamily="18" charset="0"/>
            <a:ea typeface="Cambria" panose="02040503050406030204" pitchFamily="18" charset="0"/>
            <a:cs typeface="+mn-cs"/>
          </a:endParaRPr>
        </a:p>
      </dsp:txBody>
      <dsp:txXfrm>
        <a:off x="33983" y="836071"/>
        <a:ext cx="1818898" cy="62818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3009AF-14EA-42BB-9A0E-0E5F93E13217}">
      <dsp:nvSpPr>
        <dsp:cNvPr id="0" name=""/>
        <dsp:cNvSpPr/>
      </dsp:nvSpPr>
      <dsp:spPr>
        <a:xfrm>
          <a:off x="0" y="56978"/>
          <a:ext cx="1886864" cy="696149"/>
        </a:xfrm>
        <a:prstGeom prst="roundRect">
          <a:avLst/>
        </a:prstGeom>
        <a:solidFill>
          <a:srgbClr val="093C69"/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Cambria" panose="02040503050406030204" pitchFamily="18" charset="0"/>
              <a:ea typeface="Cambria" panose="02040503050406030204" pitchFamily="18" charset="0"/>
              <a:cs typeface="+mn-cs"/>
            </a:rPr>
            <a:t>👥 </a:t>
          </a:r>
          <a:r>
            <a:rPr lang="en-US" sz="1700" i="1" kern="1200" dirty="0">
              <a:latin typeface="Cambria" panose="02040503050406030204" pitchFamily="18" charset="0"/>
              <a:ea typeface="Cambria" panose="02040503050406030204" pitchFamily="18" charset="0"/>
              <a:cs typeface="+mn-cs"/>
            </a:rPr>
            <a:t>1,209 Samples (Patients)</a:t>
          </a:r>
          <a:endParaRPr lang="en-US" sz="1700" kern="1200" dirty="0">
            <a:latin typeface="Cambria" panose="02040503050406030204" pitchFamily="18" charset="0"/>
            <a:ea typeface="Cambria" panose="02040503050406030204" pitchFamily="18" charset="0"/>
            <a:cs typeface="+mn-cs"/>
          </a:endParaRPr>
        </a:p>
      </dsp:txBody>
      <dsp:txXfrm>
        <a:off x="33983" y="90961"/>
        <a:ext cx="1818898" cy="628183"/>
      </dsp:txXfrm>
    </dsp:sp>
    <dsp:sp modelId="{FCD98FFA-13DD-4BC8-A309-DA2181D96FD6}">
      <dsp:nvSpPr>
        <dsp:cNvPr id="0" name=""/>
        <dsp:cNvSpPr/>
      </dsp:nvSpPr>
      <dsp:spPr>
        <a:xfrm>
          <a:off x="0" y="802088"/>
          <a:ext cx="1886864" cy="696149"/>
        </a:xfrm>
        <a:prstGeom prst="roundRect">
          <a:avLst/>
        </a:prstGeom>
        <a:solidFill>
          <a:srgbClr val="093C69"/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Cambria" panose="02040503050406030204" pitchFamily="18" charset="0"/>
              <a:ea typeface="Cambria" panose="02040503050406030204" pitchFamily="18" charset="0"/>
              <a:cs typeface="+mn-cs"/>
            </a:rPr>
            <a:t>🧬 </a:t>
          </a:r>
          <a:r>
            <a:rPr lang="en-US" sz="1700" i="1" kern="1200" dirty="0">
              <a:latin typeface="Cambria" panose="02040503050406030204" pitchFamily="18" charset="0"/>
              <a:ea typeface="Cambria" panose="02040503050406030204" pitchFamily="18" charset="0"/>
              <a:cs typeface="+mn-cs"/>
            </a:rPr>
            <a:t>1,881 miRNAs (Features)</a:t>
          </a:r>
          <a:endParaRPr lang="en-US" sz="1700" kern="1200" dirty="0">
            <a:latin typeface="Cambria" panose="02040503050406030204" pitchFamily="18" charset="0"/>
            <a:ea typeface="Cambria" panose="02040503050406030204" pitchFamily="18" charset="0"/>
            <a:cs typeface="+mn-cs"/>
          </a:endParaRPr>
        </a:p>
      </dsp:txBody>
      <dsp:txXfrm>
        <a:off x="33983" y="836071"/>
        <a:ext cx="1818898" cy="62818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930124-3E10-4F1C-B5B7-92085A0921A4}">
      <dsp:nvSpPr>
        <dsp:cNvPr id="0" name=""/>
        <dsp:cNvSpPr/>
      </dsp:nvSpPr>
      <dsp:spPr>
        <a:xfrm>
          <a:off x="2183323" y="1123"/>
          <a:ext cx="6210039" cy="1151932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492" tIns="292591" rIns="120492" bIns="292591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Cambria" panose="02040503050406030204" pitchFamily="18" charset="0"/>
              <a:ea typeface="Cambria" panose="02040503050406030204" pitchFamily="18" charset="0"/>
            </a:rPr>
            <a:t>Cross-reference identified miRNAs with published breast cancer biomarker studies to validate biological relevance of top consensus miRNAs.</a:t>
          </a:r>
        </a:p>
      </dsp:txBody>
      <dsp:txXfrm>
        <a:off x="2183323" y="1123"/>
        <a:ext cx="6210039" cy="1151932"/>
      </dsp:txXfrm>
    </dsp:sp>
    <dsp:sp modelId="{811CE37C-9055-4A18-B44F-8AAAACA33E14}">
      <dsp:nvSpPr>
        <dsp:cNvPr id="0" name=""/>
        <dsp:cNvSpPr/>
      </dsp:nvSpPr>
      <dsp:spPr>
        <a:xfrm>
          <a:off x="354" y="1123"/>
          <a:ext cx="2182968" cy="115193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154" tIns="113785" rIns="82154" bIns="113785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 dirty="0">
              <a:latin typeface="Cambria" panose="02040503050406030204" pitchFamily="18" charset="0"/>
              <a:ea typeface="Cambria" panose="02040503050406030204" pitchFamily="18" charset="0"/>
            </a:rPr>
            <a:t>Literature Validation</a:t>
          </a:r>
          <a:endParaRPr lang="en-US" sz="1400" kern="1200" dirty="0">
            <a:latin typeface="Cambria" panose="02040503050406030204" pitchFamily="18" charset="0"/>
            <a:ea typeface="Cambria" panose="02040503050406030204" pitchFamily="18" charset="0"/>
          </a:endParaRPr>
        </a:p>
      </dsp:txBody>
      <dsp:txXfrm>
        <a:off x="354" y="1123"/>
        <a:ext cx="2182968" cy="1151932"/>
      </dsp:txXfrm>
    </dsp:sp>
    <dsp:sp modelId="{56295EA0-9804-4E4C-A8B6-8285FDBE3DA8}">
      <dsp:nvSpPr>
        <dsp:cNvPr id="0" name=""/>
        <dsp:cNvSpPr/>
      </dsp:nvSpPr>
      <dsp:spPr>
        <a:xfrm>
          <a:off x="2183323" y="1222172"/>
          <a:ext cx="6210039" cy="1151932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492" tIns="292591" rIns="120492" bIns="292591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Cambria" panose="02040503050406030204" pitchFamily="18" charset="0"/>
              <a:ea typeface="Cambria" panose="02040503050406030204" pitchFamily="18" charset="0"/>
            </a:rPr>
            <a:t>Comprehensive results and method comparison. Discussion of class imbalance impact (especially Stage IV). Recommendations for improving performance and future research directions.</a:t>
          </a:r>
        </a:p>
      </dsp:txBody>
      <dsp:txXfrm>
        <a:off x="2183323" y="1222172"/>
        <a:ext cx="6210039" cy="1151932"/>
      </dsp:txXfrm>
    </dsp:sp>
    <dsp:sp modelId="{9A1AAEFA-798B-4F9F-AC3A-D6D8C8B3DBD2}">
      <dsp:nvSpPr>
        <dsp:cNvPr id="0" name=""/>
        <dsp:cNvSpPr/>
      </dsp:nvSpPr>
      <dsp:spPr>
        <a:xfrm>
          <a:off x="354" y="1222172"/>
          <a:ext cx="2182968" cy="115193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154" tIns="113785" rIns="82154" bIns="113785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 dirty="0">
              <a:latin typeface="Cambria" panose="02040503050406030204" pitchFamily="18" charset="0"/>
              <a:ea typeface="Cambria" panose="02040503050406030204" pitchFamily="18" charset="0"/>
            </a:rPr>
            <a:t>Final Report &amp; Documentation</a:t>
          </a:r>
        </a:p>
      </dsp:txBody>
      <dsp:txXfrm>
        <a:off x="354" y="1222172"/>
        <a:ext cx="2182968" cy="1151932"/>
      </dsp:txXfrm>
    </dsp:sp>
    <dsp:sp modelId="{61259DF9-4785-4390-B184-840A66271205}">
      <dsp:nvSpPr>
        <dsp:cNvPr id="0" name=""/>
        <dsp:cNvSpPr/>
      </dsp:nvSpPr>
      <dsp:spPr>
        <a:xfrm>
          <a:off x="2183677" y="2443220"/>
          <a:ext cx="6210039" cy="1151932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492" tIns="292591" rIns="120492" bIns="292591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Cambria" panose="02040503050406030204" pitchFamily="18" charset="0"/>
              <a:ea typeface="Cambria" panose="02040503050406030204" pitchFamily="18" charset="0"/>
            </a:rPr>
            <a:t>Deliver well-documented, reproducible code with all outputs and analysis pipelines.</a:t>
          </a:r>
        </a:p>
      </dsp:txBody>
      <dsp:txXfrm>
        <a:off x="2183677" y="2443220"/>
        <a:ext cx="6210039" cy="1151932"/>
      </dsp:txXfrm>
    </dsp:sp>
    <dsp:sp modelId="{07A74247-99D5-4008-BC99-036B27431A35}">
      <dsp:nvSpPr>
        <dsp:cNvPr id="0" name=""/>
        <dsp:cNvSpPr/>
      </dsp:nvSpPr>
      <dsp:spPr>
        <a:xfrm>
          <a:off x="354" y="2443220"/>
          <a:ext cx="2182968" cy="115193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154" tIns="113785" rIns="82154" bIns="113785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 dirty="0">
              <a:latin typeface="Cambria" panose="02040503050406030204" pitchFamily="18" charset="0"/>
              <a:ea typeface="Cambria" panose="02040503050406030204" pitchFamily="18" charset="0"/>
            </a:rPr>
            <a:t>Program</a:t>
          </a:r>
          <a:endParaRPr lang="en-US" sz="1700" b="1" kern="1200" dirty="0">
            <a:latin typeface="Cambria" panose="02040503050406030204" pitchFamily="18" charset="0"/>
            <a:ea typeface="Cambria" panose="02040503050406030204" pitchFamily="18" charset="0"/>
          </a:endParaRPr>
        </a:p>
      </dsp:txBody>
      <dsp:txXfrm>
        <a:off x="354" y="2443220"/>
        <a:ext cx="2182968" cy="11519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757580-8019-4B9C-902E-AABF1198AA8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AA59C4-17F3-444C-912A-8498288AD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492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814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046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64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390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642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986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664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138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747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337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0548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2028240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97753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4243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32262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8319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2083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13277B1-D0ED-1F93-2B04-7EF3B163864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5431" y="190500"/>
            <a:ext cx="5777442" cy="3960876"/>
          </a:xfrm>
        </p:spPr>
        <p:txBody>
          <a:bodyPr anchor="b"/>
          <a:lstStyle>
            <a:lvl1pPr algn="l">
              <a:spcBef>
                <a:spcPts val="0"/>
              </a:spcBef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530B387-44F6-F673-C06B-5BE9725D9B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431" y="4253117"/>
            <a:ext cx="5779314" cy="1174224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CFB4E9-DF6F-079B-673E-93FD784A7E5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5431" y="5739518"/>
            <a:ext cx="1738083" cy="2743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995CACC6-5EE3-524B-F9DF-9D1D8C066A5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12653" y="0"/>
            <a:ext cx="5679347" cy="6875770"/>
          </a:xfrm>
          <a:custGeom>
            <a:avLst/>
            <a:gdLst>
              <a:gd name="connsiteX0" fmla="*/ 2855788 w 5679347"/>
              <a:gd name="connsiteY0" fmla="*/ 3447486 h 6875770"/>
              <a:gd name="connsiteX1" fmla="*/ 4251452 w 5679347"/>
              <a:gd name="connsiteY1" fmla="*/ 3447486 h 6875770"/>
              <a:gd name="connsiteX2" fmla="*/ 4251452 w 5679347"/>
              <a:gd name="connsiteY2" fmla="*/ 6864339 h 6875770"/>
              <a:gd name="connsiteX3" fmla="*/ 2855788 w 5679347"/>
              <a:gd name="connsiteY3" fmla="*/ 6864339 h 6875770"/>
              <a:gd name="connsiteX4" fmla="*/ 1427894 w 5679347"/>
              <a:gd name="connsiteY4" fmla="*/ 3447486 h 6875770"/>
              <a:gd name="connsiteX5" fmla="*/ 2823558 w 5679347"/>
              <a:gd name="connsiteY5" fmla="*/ 3447486 h 6875770"/>
              <a:gd name="connsiteX6" fmla="*/ 2823558 w 5679347"/>
              <a:gd name="connsiteY6" fmla="*/ 6864339 h 6875770"/>
              <a:gd name="connsiteX7" fmla="*/ 1427894 w 5679347"/>
              <a:gd name="connsiteY7" fmla="*/ 6864339 h 6875770"/>
              <a:gd name="connsiteX8" fmla="*/ 4283683 w 5679347"/>
              <a:gd name="connsiteY8" fmla="*/ 1442090 h 6875770"/>
              <a:gd name="connsiteX9" fmla="*/ 5001917 w 5679347"/>
              <a:gd name="connsiteY9" fmla="*/ 1442090 h 6875770"/>
              <a:gd name="connsiteX10" fmla="*/ 5098111 w 5679347"/>
              <a:gd name="connsiteY10" fmla="*/ 1451787 h 6875770"/>
              <a:gd name="connsiteX11" fmla="*/ 5679347 w 5679347"/>
              <a:gd name="connsiteY11" fmla="*/ 2164940 h 6875770"/>
              <a:gd name="connsiteX12" fmla="*/ 5679347 w 5679347"/>
              <a:gd name="connsiteY12" fmla="*/ 6875770 h 6875770"/>
              <a:gd name="connsiteX13" fmla="*/ 4283683 w 5679347"/>
              <a:gd name="connsiteY13" fmla="*/ 6875770 h 6875770"/>
              <a:gd name="connsiteX14" fmla="*/ 2855788 w 5679347"/>
              <a:gd name="connsiteY14" fmla="*/ 0 h 6875770"/>
              <a:gd name="connsiteX15" fmla="*/ 4251452 w 5679347"/>
              <a:gd name="connsiteY15" fmla="*/ 0 h 6875770"/>
              <a:gd name="connsiteX16" fmla="*/ 4251452 w 5679347"/>
              <a:gd name="connsiteY16" fmla="*/ 3416853 h 6875770"/>
              <a:gd name="connsiteX17" fmla="*/ 2855788 w 5679347"/>
              <a:gd name="connsiteY17" fmla="*/ 3416853 h 6875770"/>
              <a:gd name="connsiteX18" fmla="*/ 1427894 w 5679347"/>
              <a:gd name="connsiteY18" fmla="*/ 0 h 6875770"/>
              <a:gd name="connsiteX19" fmla="*/ 2823558 w 5679347"/>
              <a:gd name="connsiteY19" fmla="*/ 0 h 6875770"/>
              <a:gd name="connsiteX20" fmla="*/ 2823558 w 5679347"/>
              <a:gd name="connsiteY20" fmla="*/ 3416853 h 6875770"/>
              <a:gd name="connsiteX21" fmla="*/ 1427894 w 5679347"/>
              <a:gd name="connsiteY21" fmla="*/ 3416853 h 6875770"/>
              <a:gd name="connsiteX22" fmla="*/ 0 w 5679347"/>
              <a:gd name="connsiteY22" fmla="*/ 0 h 6875770"/>
              <a:gd name="connsiteX23" fmla="*/ 1395664 w 5679347"/>
              <a:gd name="connsiteY23" fmla="*/ 0 h 6875770"/>
              <a:gd name="connsiteX24" fmla="*/ 1395664 w 5679347"/>
              <a:gd name="connsiteY24" fmla="*/ 5433680 h 6875770"/>
              <a:gd name="connsiteX25" fmla="*/ 727933 w 5679347"/>
              <a:gd name="connsiteY25" fmla="*/ 5433680 h 6875770"/>
              <a:gd name="connsiteX26" fmla="*/ 581236 w 5679347"/>
              <a:gd name="connsiteY26" fmla="*/ 5418892 h 6875770"/>
              <a:gd name="connsiteX27" fmla="*/ 0 w 5679347"/>
              <a:gd name="connsiteY27" fmla="*/ 4705739 h 6875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679347" h="6875770">
                <a:moveTo>
                  <a:pt x="2855788" y="3447486"/>
                </a:moveTo>
                <a:lnTo>
                  <a:pt x="4251452" y="3447486"/>
                </a:lnTo>
                <a:lnTo>
                  <a:pt x="4251452" y="6864339"/>
                </a:lnTo>
                <a:lnTo>
                  <a:pt x="2855788" y="6864339"/>
                </a:lnTo>
                <a:close/>
                <a:moveTo>
                  <a:pt x="1427894" y="3447486"/>
                </a:moveTo>
                <a:lnTo>
                  <a:pt x="2823558" y="3447486"/>
                </a:lnTo>
                <a:lnTo>
                  <a:pt x="2823558" y="6864339"/>
                </a:lnTo>
                <a:lnTo>
                  <a:pt x="1427894" y="6864339"/>
                </a:lnTo>
                <a:close/>
                <a:moveTo>
                  <a:pt x="4283683" y="1442090"/>
                </a:moveTo>
                <a:lnTo>
                  <a:pt x="5001917" y="1442090"/>
                </a:lnTo>
                <a:lnTo>
                  <a:pt x="5098111" y="1451787"/>
                </a:lnTo>
                <a:cubicBezTo>
                  <a:pt x="5429822" y="1519665"/>
                  <a:pt x="5679347" y="1813163"/>
                  <a:pt x="5679347" y="2164940"/>
                </a:cubicBezTo>
                <a:lnTo>
                  <a:pt x="5679347" y="6875770"/>
                </a:lnTo>
                <a:lnTo>
                  <a:pt x="4283683" y="6875770"/>
                </a:lnTo>
                <a:close/>
                <a:moveTo>
                  <a:pt x="2855788" y="0"/>
                </a:moveTo>
                <a:lnTo>
                  <a:pt x="4251452" y="0"/>
                </a:lnTo>
                <a:lnTo>
                  <a:pt x="4251452" y="3416853"/>
                </a:lnTo>
                <a:lnTo>
                  <a:pt x="2855788" y="3416853"/>
                </a:lnTo>
                <a:close/>
                <a:moveTo>
                  <a:pt x="1427894" y="0"/>
                </a:moveTo>
                <a:lnTo>
                  <a:pt x="2823558" y="0"/>
                </a:lnTo>
                <a:lnTo>
                  <a:pt x="2823558" y="3416853"/>
                </a:lnTo>
                <a:lnTo>
                  <a:pt x="1427894" y="3416853"/>
                </a:lnTo>
                <a:close/>
                <a:moveTo>
                  <a:pt x="0" y="0"/>
                </a:moveTo>
                <a:lnTo>
                  <a:pt x="1395664" y="0"/>
                </a:lnTo>
                <a:lnTo>
                  <a:pt x="1395664" y="5433680"/>
                </a:lnTo>
                <a:lnTo>
                  <a:pt x="727933" y="5433680"/>
                </a:lnTo>
                <a:lnTo>
                  <a:pt x="581236" y="5418892"/>
                </a:lnTo>
                <a:cubicBezTo>
                  <a:pt x="249526" y="5351014"/>
                  <a:pt x="0" y="5057516"/>
                  <a:pt x="0" y="4705739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AA858DD-5732-D62C-5397-EBE1E9F3B2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20142DC-7CAA-D291-2AD5-EB9A2A176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E63FE10-3EE7-C466-9C34-9CB62B95E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13770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13277B1-D0ED-1F93-2B04-7EF3B163864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5431" y="190500"/>
            <a:ext cx="5777442" cy="3960876"/>
          </a:xfrm>
        </p:spPr>
        <p:txBody>
          <a:bodyPr anchor="b"/>
          <a:lstStyle>
            <a:lvl1pPr algn="l">
              <a:spcBef>
                <a:spcPts val="0"/>
              </a:spcBef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530B387-44F6-F673-C06B-5BE9725D9B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431" y="4253117"/>
            <a:ext cx="5779314" cy="1174224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CFB4E9-DF6F-079B-673E-93FD784A7E5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5431" y="5739518"/>
            <a:ext cx="1738083" cy="2743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995CACC6-5EE3-524B-F9DF-9D1D8C066A5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12653" y="0"/>
            <a:ext cx="5679347" cy="6875770"/>
          </a:xfrm>
          <a:custGeom>
            <a:avLst/>
            <a:gdLst>
              <a:gd name="connsiteX0" fmla="*/ 2855788 w 5679347"/>
              <a:gd name="connsiteY0" fmla="*/ 3447486 h 6875770"/>
              <a:gd name="connsiteX1" fmla="*/ 4251452 w 5679347"/>
              <a:gd name="connsiteY1" fmla="*/ 3447486 h 6875770"/>
              <a:gd name="connsiteX2" fmla="*/ 4251452 w 5679347"/>
              <a:gd name="connsiteY2" fmla="*/ 6864339 h 6875770"/>
              <a:gd name="connsiteX3" fmla="*/ 2855788 w 5679347"/>
              <a:gd name="connsiteY3" fmla="*/ 6864339 h 6875770"/>
              <a:gd name="connsiteX4" fmla="*/ 1427894 w 5679347"/>
              <a:gd name="connsiteY4" fmla="*/ 3447486 h 6875770"/>
              <a:gd name="connsiteX5" fmla="*/ 2823558 w 5679347"/>
              <a:gd name="connsiteY5" fmla="*/ 3447486 h 6875770"/>
              <a:gd name="connsiteX6" fmla="*/ 2823558 w 5679347"/>
              <a:gd name="connsiteY6" fmla="*/ 6864339 h 6875770"/>
              <a:gd name="connsiteX7" fmla="*/ 1427894 w 5679347"/>
              <a:gd name="connsiteY7" fmla="*/ 6864339 h 6875770"/>
              <a:gd name="connsiteX8" fmla="*/ 4283683 w 5679347"/>
              <a:gd name="connsiteY8" fmla="*/ 1442090 h 6875770"/>
              <a:gd name="connsiteX9" fmla="*/ 5001917 w 5679347"/>
              <a:gd name="connsiteY9" fmla="*/ 1442090 h 6875770"/>
              <a:gd name="connsiteX10" fmla="*/ 5098111 w 5679347"/>
              <a:gd name="connsiteY10" fmla="*/ 1451787 h 6875770"/>
              <a:gd name="connsiteX11" fmla="*/ 5679347 w 5679347"/>
              <a:gd name="connsiteY11" fmla="*/ 2164940 h 6875770"/>
              <a:gd name="connsiteX12" fmla="*/ 5679347 w 5679347"/>
              <a:gd name="connsiteY12" fmla="*/ 6875770 h 6875770"/>
              <a:gd name="connsiteX13" fmla="*/ 4283683 w 5679347"/>
              <a:gd name="connsiteY13" fmla="*/ 6875770 h 6875770"/>
              <a:gd name="connsiteX14" fmla="*/ 2855788 w 5679347"/>
              <a:gd name="connsiteY14" fmla="*/ 0 h 6875770"/>
              <a:gd name="connsiteX15" fmla="*/ 4251452 w 5679347"/>
              <a:gd name="connsiteY15" fmla="*/ 0 h 6875770"/>
              <a:gd name="connsiteX16" fmla="*/ 4251452 w 5679347"/>
              <a:gd name="connsiteY16" fmla="*/ 3416853 h 6875770"/>
              <a:gd name="connsiteX17" fmla="*/ 2855788 w 5679347"/>
              <a:gd name="connsiteY17" fmla="*/ 3416853 h 6875770"/>
              <a:gd name="connsiteX18" fmla="*/ 1427894 w 5679347"/>
              <a:gd name="connsiteY18" fmla="*/ 0 h 6875770"/>
              <a:gd name="connsiteX19" fmla="*/ 2823558 w 5679347"/>
              <a:gd name="connsiteY19" fmla="*/ 0 h 6875770"/>
              <a:gd name="connsiteX20" fmla="*/ 2823558 w 5679347"/>
              <a:gd name="connsiteY20" fmla="*/ 3416853 h 6875770"/>
              <a:gd name="connsiteX21" fmla="*/ 1427894 w 5679347"/>
              <a:gd name="connsiteY21" fmla="*/ 3416853 h 6875770"/>
              <a:gd name="connsiteX22" fmla="*/ 0 w 5679347"/>
              <a:gd name="connsiteY22" fmla="*/ 0 h 6875770"/>
              <a:gd name="connsiteX23" fmla="*/ 1395664 w 5679347"/>
              <a:gd name="connsiteY23" fmla="*/ 0 h 6875770"/>
              <a:gd name="connsiteX24" fmla="*/ 1395664 w 5679347"/>
              <a:gd name="connsiteY24" fmla="*/ 5433680 h 6875770"/>
              <a:gd name="connsiteX25" fmla="*/ 727933 w 5679347"/>
              <a:gd name="connsiteY25" fmla="*/ 5433680 h 6875770"/>
              <a:gd name="connsiteX26" fmla="*/ 581236 w 5679347"/>
              <a:gd name="connsiteY26" fmla="*/ 5418892 h 6875770"/>
              <a:gd name="connsiteX27" fmla="*/ 0 w 5679347"/>
              <a:gd name="connsiteY27" fmla="*/ 4705739 h 6875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679347" h="6875770">
                <a:moveTo>
                  <a:pt x="2855788" y="3447486"/>
                </a:moveTo>
                <a:lnTo>
                  <a:pt x="4251452" y="3447486"/>
                </a:lnTo>
                <a:lnTo>
                  <a:pt x="4251452" y="6864339"/>
                </a:lnTo>
                <a:lnTo>
                  <a:pt x="2855788" y="6864339"/>
                </a:lnTo>
                <a:close/>
                <a:moveTo>
                  <a:pt x="1427894" y="3447486"/>
                </a:moveTo>
                <a:lnTo>
                  <a:pt x="2823558" y="3447486"/>
                </a:lnTo>
                <a:lnTo>
                  <a:pt x="2823558" y="6864339"/>
                </a:lnTo>
                <a:lnTo>
                  <a:pt x="1427894" y="6864339"/>
                </a:lnTo>
                <a:close/>
                <a:moveTo>
                  <a:pt x="4283683" y="1442090"/>
                </a:moveTo>
                <a:lnTo>
                  <a:pt x="5001917" y="1442090"/>
                </a:lnTo>
                <a:lnTo>
                  <a:pt x="5098111" y="1451787"/>
                </a:lnTo>
                <a:cubicBezTo>
                  <a:pt x="5429822" y="1519665"/>
                  <a:pt x="5679347" y="1813163"/>
                  <a:pt x="5679347" y="2164940"/>
                </a:cubicBezTo>
                <a:lnTo>
                  <a:pt x="5679347" y="6875770"/>
                </a:lnTo>
                <a:lnTo>
                  <a:pt x="4283683" y="6875770"/>
                </a:lnTo>
                <a:close/>
                <a:moveTo>
                  <a:pt x="2855788" y="0"/>
                </a:moveTo>
                <a:lnTo>
                  <a:pt x="4251452" y="0"/>
                </a:lnTo>
                <a:lnTo>
                  <a:pt x="4251452" y="3416853"/>
                </a:lnTo>
                <a:lnTo>
                  <a:pt x="2855788" y="3416853"/>
                </a:lnTo>
                <a:close/>
                <a:moveTo>
                  <a:pt x="1427894" y="0"/>
                </a:moveTo>
                <a:lnTo>
                  <a:pt x="2823558" y="0"/>
                </a:lnTo>
                <a:lnTo>
                  <a:pt x="2823558" y="3416853"/>
                </a:lnTo>
                <a:lnTo>
                  <a:pt x="1427894" y="3416853"/>
                </a:lnTo>
                <a:close/>
                <a:moveTo>
                  <a:pt x="0" y="0"/>
                </a:moveTo>
                <a:lnTo>
                  <a:pt x="1395664" y="0"/>
                </a:lnTo>
                <a:lnTo>
                  <a:pt x="1395664" y="5433680"/>
                </a:lnTo>
                <a:lnTo>
                  <a:pt x="727933" y="5433680"/>
                </a:lnTo>
                <a:lnTo>
                  <a:pt x="581236" y="5418892"/>
                </a:lnTo>
                <a:cubicBezTo>
                  <a:pt x="249526" y="5351014"/>
                  <a:pt x="0" y="5057516"/>
                  <a:pt x="0" y="4705739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AA858DD-5732-D62C-5397-EBE1E9F3B2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20142DC-7CAA-D291-2AD5-EB9A2A176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E63FE10-3EE7-C466-9C34-9CB62B95E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83105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13277B1-D0ED-1F93-2B04-7EF3B163864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5431" y="190500"/>
            <a:ext cx="5777442" cy="3960876"/>
          </a:xfrm>
        </p:spPr>
        <p:txBody>
          <a:bodyPr anchor="b"/>
          <a:lstStyle>
            <a:lvl1pPr algn="l">
              <a:spcBef>
                <a:spcPts val="0"/>
              </a:spcBef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530B387-44F6-F673-C06B-5BE9725D9B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431" y="4253117"/>
            <a:ext cx="5779314" cy="1174224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CFB4E9-DF6F-079B-673E-93FD784A7E5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5431" y="5739518"/>
            <a:ext cx="1738083" cy="2743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995CACC6-5EE3-524B-F9DF-9D1D8C066A5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12653" y="0"/>
            <a:ext cx="5679347" cy="6875770"/>
          </a:xfrm>
          <a:custGeom>
            <a:avLst/>
            <a:gdLst>
              <a:gd name="connsiteX0" fmla="*/ 2855788 w 5679347"/>
              <a:gd name="connsiteY0" fmla="*/ 3447486 h 6875770"/>
              <a:gd name="connsiteX1" fmla="*/ 4251452 w 5679347"/>
              <a:gd name="connsiteY1" fmla="*/ 3447486 h 6875770"/>
              <a:gd name="connsiteX2" fmla="*/ 4251452 w 5679347"/>
              <a:gd name="connsiteY2" fmla="*/ 6864339 h 6875770"/>
              <a:gd name="connsiteX3" fmla="*/ 2855788 w 5679347"/>
              <a:gd name="connsiteY3" fmla="*/ 6864339 h 6875770"/>
              <a:gd name="connsiteX4" fmla="*/ 1427894 w 5679347"/>
              <a:gd name="connsiteY4" fmla="*/ 3447486 h 6875770"/>
              <a:gd name="connsiteX5" fmla="*/ 2823558 w 5679347"/>
              <a:gd name="connsiteY5" fmla="*/ 3447486 h 6875770"/>
              <a:gd name="connsiteX6" fmla="*/ 2823558 w 5679347"/>
              <a:gd name="connsiteY6" fmla="*/ 6864339 h 6875770"/>
              <a:gd name="connsiteX7" fmla="*/ 1427894 w 5679347"/>
              <a:gd name="connsiteY7" fmla="*/ 6864339 h 6875770"/>
              <a:gd name="connsiteX8" fmla="*/ 4283683 w 5679347"/>
              <a:gd name="connsiteY8" fmla="*/ 1442090 h 6875770"/>
              <a:gd name="connsiteX9" fmla="*/ 5001917 w 5679347"/>
              <a:gd name="connsiteY9" fmla="*/ 1442090 h 6875770"/>
              <a:gd name="connsiteX10" fmla="*/ 5098111 w 5679347"/>
              <a:gd name="connsiteY10" fmla="*/ 1451787 h 6875770"/>
              <a:gd name="connsiteX11" fmla="*/ 5679347 w 5679347"/>
              <a:gd name="connsiteY11" fmla="*/ 2164940 h 6875770"/>
              <a:gd name="connsiteX12" fmla="*/ 5679347 w 5679347"/>
              <a:gd name="connsiteY12" fmla="*/ 6875770 h 6875770"/>
              <a:gd name="connsiteX13" fmla="*/ 4283683 w 5679347"/>
              <a:gd name="connsiteY13" fmla="*/ 6875770 h 6875770"/>
              <a:gd name="connsiteX14" fmla="*/ 2855788 w 5679347"/>
              <a:gd name="connsiteY14" fmla="*/ 0 h 6875770"/>
              <a:gd name="connsiteX15" fmla="*/ 4251452 w 5679347"/>
              <a:gd name="connsiteY15" fmla="*/ 0 h 6875770"/>
              <a:gd name="connsiteX16" fmla="*/ 4251452 w 5679347"/>
              <a:gd name="connsiteY16" fmla="*/ 3416853 h 6875770"/>
              <a:gd name="connsiteX17" fmla="*/ 2855788 w 5679347"/>
              <a:gd name="connsiteY17" fmla="*/ 3416853 h 6875770"/>
              <a:gd name="connsiteX18" fmla="*/ 1427894 w 5679347"/>
              <a:gd name="connsiteY18" fmla="*/ 0 h 6875770"/>
              <a:gd name="connsiteX19" fmla="*/ 2823558 w 5679347"/>
              <a:gd name="connsiteY19" fmla="*/ 0 h 6875770"/>
              <a:gd name="connsiteX20" fmla="*/ 2823558 w 5679347"/>
              <a:gd name="connsiteY20" fmla="*/ 3416853 h 6875770"/>
              <a:gd name="connsiteX21" fmla="*/ 1427894 w 5679347"/>
              <a:gd name="connsiteY21" fmla="*/ 3416853 h 6875770"/>
              <a:gd name="connsiteX22" fmla="*/ 0 w 5679347"/>
              <a:gd name="connsiteY22" fmla="*/ 0 h 6875770"/>
              <a:gd name="connsiteX23" fmla="*/ 1395664 w 5679347"/>
              <a:gd name="connsiteY23" fmla="*/ 0 h 6875770"/>
              <a:gd name="connsiteX24" fmla="*/ 1395664 w 5679347"/>
              <a:gd name="connsiteY24" fmla="*/ 5433680 h 6875770"/>
              <a:gd name="connsiteX25" fmla="*/ 727933 w 5679347"/>
              <a:gd name="connsiteY25" fmla="*/ 5433680 h 6875770"/>
              <a:gd name="connsiteX26" fmla="*/ 581236 w 5679347"/>
              <a:gd name="connsiteY26" fmla="*/ 5418892 h 6875770"/>
              <a:gd name="connsiteX27" fmla="*/ 0 w 5679347"/>
              <a:gd name="connsiteY27" fmla="*/ 4705739 h 6875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679347" h="6875770">
                <a:moveTo>
                  <a:pt x="2855788" y="3447486"/>
                </a:moveTo>
                <a:lnTo>
                  <a:pt x="4251452" y="3447486"/>
                </a:lnTo>
                <a:lnTo>
                  <a:pt x="4251452" y="6864339"/>
                </a:lnTo>
                <a:lnTo>
                  <a:pt x="2855788" y="6864339"/>
                </a:lnTo>
                <a:close/>
                <a:moveTo>
                  <a:pt x="1427894" y="3447486"/>
                </a:moveTo>
                <a:lnTo>
                  <a:pt x="2823558" y="3447486"/>
                </a:lnTo>
                <a:lnTo>
                  <a:pt x="2823558" y="6864339"/>
                </a:lnTo>
                <a:lnTo>
                  <a:pt x="1427894" y="6864339"/>
                </a:lnTo>
                <a:close/>
                <a:moveTo>
                  <a:pt x="4283683" y="1442090"/>
                </a:moveTo>
                <a:lnTo>
                  <a:pt x="5001917" y="1442090"/>
                </a:lnTo>
                <a:lnTo>
                  <a:pt x="5098111" y="1451787"/>
                </a:lnTo>
                <a:cubicBezTo>
                  <a:pt x="5429822" y="1519665"/>
                  <a:pt x="5679347" y="1813163"/>
                  <a:pt x="5679347" y="2164940"/>
                </a:cubicBezTo>
                <a:lnTo>
                  <a:pt x="5679347" y="6875770"/>
                </a:lnTo>
                <a:lnTo>
                  <a:pt x="4283683" y="6875770"/>
                </a:lnTo>
                <a:close/>
                <a:moveTo>
                  <a:pt x="2855788" y="0"/>
                </a:moveTo>
                <a:lnTo>
                  <a:pt x="4251452" y="0"/>
                </a:lnTo>
                <a:lnTo>
                  <a:pt x="4251452" y="3416853"/>
                </a:lnTo>
                <a:lnTo>
                  <a:pt x="2855788" y="3416853"/>
                </a:lnTo>
                <a:close/>
                <a:moveTo>
                  <a:pt x="1427894" y="0"/>
                </a:moveTo>
                <a:lnTo>
                  <a:pt x="2823558" y="0"/>
                </a:lnTo>
                <a:lnTo>
                  <a:pt x="2823558" y="3416853"/>
                </a:lnTo>
                <a:lnTo>
                  <a:pt x="1427894" y="3416853"/>
                </a:lnTo>
                <a:close/>
                <a:moveTo>
                  <a:pt x="0" y="0"/>
                </a:moveTo>
                <a:lnTo>
                  <a:pt x="1395664" y="0"/>
                </a:lnTo>
                <a:lnTo>
                  <a:pt x="1395664" y="5433680"/>
                </a:lnTo>
                <a:lnTo>
                  <a:pt x="727933" y="5433680"/>
                </a:lnTo>
                <a:lnTo>
                  <a:pt x="581236" y="5418892"/>
                </a:lnTo>
                <a:cubicBezTo>
                  <a:pt x="249526" y="5351014"/>
                  <a:pt x="0" y="5057516"/>
                  <a:pt x="0" y="4705739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AA858DD-5732-D62C-5397-EBE1E9F3B2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20142DC-7CAA-D291-2AD5-EB9A2A176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E63FE10-3EE7-C466-9C34-9CB62B95E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47592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13277B1-D0ED-1F93-2B04-7EF3B163864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5431" y="190500"/>
            <a:ext cx="5777442" cy="3960876"/>
          </a:xfrm>
        </p:spPr>
        <p:txBody>
          <a:bodyPr anchor="b"/>
          <a:lstStyle>
            <a:lvl1pPr algn="l">
              <a:spcBef>
                <a:spcPts val="0"/>
              </a:spcBef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530B387-44F6-F673-C06B-5BE9725D9B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431" y="4253117"/>
            <a:ext cx="5779314" cy="1174224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CFB4E9-DF6F-079B-673E-93FD784A7E5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5431" y="5739518"/>
            <a:ext cx="1738083" cy="2743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995CACC6-5EE3-524B-F9DF-9D1D8C066A5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12653" y="0"/>
            <a:ext cx="5679347" cy="6875770"/>
          </a:xfrm>
          <a:custGeom>
            <a:avLst/>
            <a:gdLst>
              <a:gd name="connsiteX0" fmla="*/ 2855788 w 5679347"/>
              <a:gd name="connsiteY0" fmla="*/ 3447486 h 6875770"/>
              <a:gd name="connsiteX1" fmla="*/ 4251452 w 5679347"/>
              <a:gd name="connsiteY1" fmla="*/ 3447486 h 6875770"/>
              <a:gd name="connsiteX2" fmla="*/ 4251452 w 5679347"/>
              <a:gd name="connsiteY2" fmla="*/ 6864339 h 6875770"/>
              <a:gd name="connsiteX3" fmla="*/ 2855788 w 5679347"/>
              <a:gd name="connsiteY3" fmla="*/ 6864339 h 6875770"/>
              <a:gd name="connsiteX4" fmla="*/ 1427894 w 5679347"/>
              <a:gd name="connsiteY4" fmla="*/ 3447486 h 6875770"/>
              <a:gd name="connsiteX5" fmla="*/ 2823558 w 5679347"/>
              <a:gd name="connsiteY5" fmla="*/ 3447486 h 6875770"/>
              <a:gd name="connsiteX6" fmla="*/ 2823558 w 5679347"/>
              <a:gd name="connsiteY6" fmla="*/ 6864339 h 6875770"/>
              <a:gd name="connsiteX7" fmla="*/ 1427894 w 5679347"/>
              <a:gd name="connsiteY7" fmla="*/ 6864339 h 6875770"/>
              <a:gd name="connsiteX8" fmla="*/ 4283683 w 5679347"/>
              <a:gd name="connsiteY8" fmla="*/ 1442090 h 6875770"/>
              <a:gd name="connsiteX9" fmla="*/ 5001917 w 5679347"/>
              <a:gd name="connsiteY9" fmla="*/ 1442090 h 6875770"/>
              <a:gd name="connsiteX10" fmla="*/ 5098111 w 5679347"/>
              <a:gd name="connsiteY10" fmla="*/ 1451787 h 6875770"/>
              <a:gd name="connsiteX11" fmla="*/ 5679347 w 5679347"/>
              <a:gd name="connsiteY11" fmla="*/ 2164940 h 6875770"/>
              <a:gd name="connsiteX12" fmla="*/ 5679347 w 5679347"/>
              <a:gd name="connsiteY12" fmla="*/ 6875770 h 6875770"/>
              <a:gd name="connsiteX13" fmla="*/ 4283683 w 5679347"/>
              <a:gd name="connsiteY13" fmla="*/ 6875770 h 6875770"/>
              <a:gd name="connsiteX14" fmla="*/ 2855788 w 5679347"/>
              <a:gd name="connsiteY14" fmla="*/ 0 h 6875770"/>
              <a:gd name="connsiteX15" fmla="*/ 4251452 w 5679347"/>
              <a:gd name="connsiteY15" fmla="*/ 0 h 6875770"/>
              <a:gd name="connsiteX16" fmla="*/ 4251452 w 5679347"/>
              <a:gd name="connsiteY16" fmla="*/ 3416853 h 6875770"/>
              <a:gd name="connsiteX17" fmla="*/ 2855788 w 5679347"/>
              <a:gd name="connsiteY17" fmla="*/ 3416853 h 6875770"/>
              <a:gd name="connsiteX18" fmla="*/ 1427894 w 5679347"/>
              <a:gd name="connsiteY18" fmla="*/ 0 h 6875770"/>
              <a:gd name="connsiteX19" fmla="*/ 2823558 w 5679347"/>
              <a:gd name="connsiteY19" fmla="*/ 0 h 6875770"/>
              <a:gd name="connsiteX20" fmla="*/ 2823558 w 5679347"/>
              <a:gd name="connsiteY20" fmla="*/ 3416853 h 6875770"/>
              <a:gd name="connsiteX21" fmla="*/ 1427894 w 5679347"/>
              <a:gd name="connsiteY21" fmla="*/ 3416853 h 6875770"/>
              <a:gd name="connsiteX22" fmla="*/ 0 w 5679347"/>
              <a:gd name="connsiteY22" fmla="*/ 0 h 6875770"/>
              <a:gd name="connsiteX23" fmla="*/ 1395664 w 5679347"/>
              <a:gd name="connsiteY23" fmla="*/ 0 h 6875770"/>
              <a:gd name="connsiteX24" fmla="*/ 1395664 w 5679347"/>
              <a:gd name="connsiteY24" fmla="*/ 5433680 h 6875770"/>
              <a:gd name="connsiteX25" fmla="*/ 727933 w 5679347"/>
              <a:gd name="connsiteY25" fmla="*/ 5433680 h 6875770"/>
              <a:gd name="connsiteX26" fmla="*/ 581236 w 5679347"/>
              <a:gd name="connsiteY26" fmla="*/ 5418892 h 6875770"/>
              <a:gd name="connsiteX27" fmla="*/ 0 w 5679347"/>
              <a:gd name="connsiteY27" fmla="*/ 4705739 h 6875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679347" h="6875770">
                <a:moveTo>
                  <a:pt x="2855788" y="3447486"/>
                </a:moveTo>
                <a:lnTo>
                  <a:pt x="4251452" y="3447486"/>
                </a:lnTo>
                <a:lnTo>
                  <a:pt x="4251452" y="6864339"/>
                </a:lnTo>
                <a:lnTo>
                  <a:pt x="2855788" y="6864339"/>
                </a:lnTo>
                <a:close/>
                <a:moveTo>
                  <a:pt x="1427894" y="3447486"/>
                </a:moveTo>
                <a:lnTo>
                  <a:pt x="2823558" y="3447486"/>
                </a:lnTo>
                <a:lnTo>
                  <a:pt x="2823558" y="6864339"/>
                </a:lnTo>
                <a:lnTo>
                  <a:pt x="1427894" y="6864339"/>
                </a:lnTo>
                <a:close/>
                <a:moveTo>
                  <a:pt x="4283683" y="1442090"/>
                </a:moveTo>
                <a:lnTo>
                  <a:pt x="5001917" y="1442090"/>
                </a:lnTo>
                <a:lnTo>
                  <a:pt x="5098111" y="1451787"/>
                </a:lnTo>
                <a:cubicBezTo>
                  <a:pt x="5429822" y="1519665"/>
                  <a:pt x="5679347" y="1813163"/>
                  <a:pt x="5679347" y="2164940"/>
                </a:cubicBezTo>
                <a:lnTo>
                  <a:pt x="5679347" y="6875770"/>
                </a:lnTo>
                <a:lnTo>
                  <a:pt x="4283683" y="6875770"/>
                </a:lnTo>
                <a:close/>
                <a:moveTo>
                  <a:pt x="2855788" y="0"/>
                </a:moveTo>
                <a:lnTo>
                  <a:pt x="4251452" y="0"/>
                </a:lnTo>
                <a:lnTo>
                  <a:pt x="4251452" y="3416853"/>
                </a:lnTo>
                <a:lnTo>
                  <a:pt x="2855788" y="3416853"/>
                </a:lnTo>
                <a:close/>
                <a:moveTo>
                  <a:pt x="1427894" y="0"/>
                </a:moveTo>
                <a:lnTo>
                  <a:pt x="2823558" y="0"/>
                </a:lnTo>
                <a:lnTo>
                  <a:pt x="2823558" y="3416853"/>
                </a:lnTo>
                <a:lnTo>
                  <a:pt x="1427894" y="3416853"/>
                </a:lnTo>
                <a:close/>
                <a:moveTo>
                  <a:pt x="0" y="0"/>
                </a:moveTo>
                <a:lnTo>
                  <a:pt x="1395664" y="0"/>
                </a:lnTo>
                <a:lnTo>
                  <a:pt x="1395664" y="5433680"/>
                </a:lnTo>
                <a:lnTo>
                  <a:pt x="727933" y="5433680"/>
                </a:lnTo>
                <a:lnTo>
                  <a:pt x="581236" y="5418892"/>
                </a:lnTo>
                <a:cubicBezTo>
                  <a:pt x="249526" y="5351014"/>
                  <a:pt x="0" y="5057516"/>
                  <a:pt x="0" y="4705739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AA858DD-5732-D62C-5397-EBE1E9F3B2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20142DC-7CAA-D291-2AD5-EB9A2A176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E63FE10-3EE7-C466-9C34-9CB62B95E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83105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13277B1-D0ED-1F93-2B04-7EF3B163864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5431" y="190500"/>
            <a:ext cx="5777442" cy="3960876"/>
          </a:xfrm>
        </p:spPr>
        <p:txBody>
          <a:bodyPr anchor="b"/>
          <a:lstStyle>
            <a:lvl1pPr algn="l">
              <a:spcBef>
                <a:spcPts val="0"/>
              </a:spcBef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530B387-44F6-F673-C06B-5BE9725D9B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431" y="4253117"/>
            <a:ext cx="5779314" cy="1174224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CFB4E9-DF6F-079B-673E-93FD784A7E5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5431" y="5739518"/>
            <a:ext cx="1738083" cy="2743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995CACC6-5EE3-524B-F9DF-9D1D8C066A5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12653" y="0"/>
            <a:ext cx="5679347" cy="6875770"/>
          </a:xfrm>
          <a:custGeom>
            <a:avLst/>
            <a:gdLst>
              <a:gd name="connsiteX0" fmla="*/ 2855788 w 5679347"/>
              <a:gd name="connsiteY0" fmla="*/ 3447486 h 6875770"/>
              <a:gd name="connsiteX1" fmla="*/ 4251452 w 5679347"/>
              <a:gd name="connsiteY1" fmla="*/ 3447486 h 6875770"/>
              <a:gd name="connsiteX2" fmla="*/ 4251452 w 5679347"/>
              <a:gd name="connsiteY2" fmla="*/ 6864339 h 6875770"/>
              <a:gd name="connsiteX3" fmla="*/ 2855788 w 5679347"/>
              <a:gd name="connsiteY3" fmla="*/ 6864339 h 6875770"/>
              <a:gd name="connsiteX4" fmla="*/ 1427894 w 5679347"/>
              <a:gd name="connsiteY4" fmla="*/ 3447486 h 6875770"/>
              <a:gd name="connsiteX5" fmla="*/ 2823558 w 5679347"/>
              <a:gd name="connsiteY5" fmla="*/ 3447486 h 6875770"/>
              <a:gd name="connsiteX6" fmla="*/ 2823558 w 5679347"/>
              <a:gd name="connsiteY6" fmla="*/ 6864339 h 6875770"/>
              <a:gd name="connsiteX7" fmla="*/ 1427894 w 5679347"/>
              <a:gd name="connsiteY7" fmla="*/ 6864339 h 6875770"/>
              <a:gd name="connsiteX8" fmla="*/ 4283683 w 5679347"/>
              <a:gd name="connsiteY8" fmla="*/ 1442090 h 6875770"/>
              <a:gd name="connsiteX9" fmla="*/ 5001917 w 5679347"/>
              <a:gd name="connsiteY9" fmla="*/ 1442090 h 6875770"/>
              <a:gd name="connsiteX10" fmla="*/ 5098111 w 5679347"/>
              <a:gd name="connsiteY10" fmla="*/ 1451787 h 6875770"/>
              <a:gd name="connsiteX11" fmla="*/ 5679347 w 5679347"/>
              <a:gd name="connsiteY11" fmla="*/ 2164940 h 6875770"/>
              <a:gd name="connsiteX12" fmla="*/ 5679347 w 5679347"/>
              <a:gd name="connsiteY12" fmla="*/ 6875770 h 6875770"/>
              <a:gd name="connsiteX13" fmla="*/ 4283683 w 5679347"/>
              <a:gd name="connsiteY13" fmla="*/ 6875770 h 6875770"/>
              <a:gd name="connsiteX14" fmla="*/ 2855788 w 5679347"/>
              <a:gd name="connsiteY14" fmla="*/ 0 h 6875770"/>
              <a:gd name="connsiteX15" fmla="*/ 4251452 w 5679347"/>
              <a:gd name="connsiteY15" fmla="*/ 0 h 6875770"/>
              <a:gd name="connsiteX16" fmla="*/ 4251452 w 5679347"/>
              <a:gd name="connsiteY16" fmla="*/ 3416853 h 6875770"/>
              <a:gd name="connsiteX17" fmla="*/ 2855788 w 5679347"/>
              <a:gd name="connsiteY17" fmla="*/ 3416853 h 6875770"/>
              <a:gd name="connsiteX18" fmla="*/ 1427894 w 5679347"/>
              <a:gd name="connsiteY18" fmla="*/ 0 h 6875770"/>
              <a:gd name="connsiteX19" fmla="*/ 2823558 w 5679347"/>
              <a:gd name="connsiteY19" fmla="*/ 0 h 6875770"/>
              <a:gd name="connsiteX20" fmla="*/ 2823558 w 5679347"/>
              <a:gd name="connsiteY20" fmla="*/ 3416853 h 6875770"/>
              <a:gd name="connsiteX21" fmla="*/ 1427894 w 5679347"/>
              <a:gd name="connsiteY21" fmla="*/ 3416853 h 6875770"/>
              <a:gd name="connsiteX22" fmla="*/ 0 w 5679347"/>
              <a:gd name="connsiteY22" fmla="*/ 0 h 6875770"/>
              <a:gd name="connsiteX23" fmla="*/ 1395664 w 5679347"/>
              <a:gd name="connsiteY23" fmla="*/ 0 h 6875770"/>
              <a:gd name="connsiteX24" fmla="*/ 1395664 w 5679347"/>
              <a:gd name="connsiteY24" fmla="*/ 5433680 h 6875770"/>
              <a:gd name="connsiteX25" fmla="*/ 727933 w 5679347"/>
              <a:gd name="connsiteY25" fmla="*/ 5433680 h 6875770"/>
              <a:gd name="connsiteX26" fmla="*/ 581236 w 5679347"/>
              <a:gd name="connsiteY26" fmla="*/ 5418892 h 6875770"/>
              <a:gd name="connsiteX27" fmla="*/ 0 w 5679347"/>
              <a:gd name="connsiteY27" fmla="*/ 4705739 h 6875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679347" h="6875770">
                <a:moveTo>
                  <a:pt x="2855788" y="3447486"/>
                </a:moveTo>
                <a:lnTo>
                  <a:pt x="4251452" y="3447486"/>
                </a:lnTo>
                <a:lnTo>
                  <a:pt x="4251452" y="6864339"/>
                </a:lnTo>
                <a:lnTo>
                  <a:pt x="2855788" y="6864339"/>
                </a:lnTo>
                <a:close/>
                <a:moveTo>
                  <a:pt x="1427894" y="3447486"/>
                </a:moveTo>
                <a:lnTo>
                  <a:pt x="2823558" y="3447486"/>
                </a:lnTo>
                <a:lnTo>
                  <a:pt x="2823558" y="6864339"/>
                </a:lnTo>
                <a:lnTo>
                  <a:pt x="1427894" y="6864339"/>
                </a:lnTo>
                <a:close/>
                <a:moveTo>
                  <a:pt x="4283683" y="1442090"/>
                </a:moveTo>
                <a:lnTo>
                  <a:pt x="5001917" y="1442090"/>
                </a:lnTo>
                <a:lnTo>
                  <a:pt x="5098111" y="1451787"/>
                </a:lnTo>
                <a:cubicBezTo>
                  <a:pt x="5429822" y="1519665"/>
                  <a:pt x="5679347" y="1813163"/>
                  <a:pt x="5679347" y="2164940"/>
                </a:cubicBezTo>
                <a:lnTo>
                  <a:pt x="5679347" y="6875770"/>
                </a:lnTo>
                <a:lnTo>
                  <a:pt x="4283683" y="6875770"/>
                </a:lnTo>
                <a:close/>
                <a:moveTo>
                  <a:pt x="2855788" y="0"/>
                </a:moveTo>
                <a:lnTo>
                  <a:pt x="4251452" y="0"/>
                </a:lnTo>
                <a:lnTo>
                  <a:pt x="4251452" y="3416853"/>
                </a:lnTo>
                <a:lnTo>
                  <a:pt x="2855788" y="3416853"/>
                </a:lnTo>
                <a:close/>
                <a:moveTo>
                  <a:pt x="1427894" y="0"/>
                </a:moveTo>
                <a:lnTo>
                  <a:pt x="2823558" y="0"/>
                </a:lnTo>
                <a:lnTo>
                  <a:pt x="2823558" y="3416853"/>
                </a:lnTo>
                <a:lnTo>
                  <a:pt x="1427894" y="3416853"/>
                </a:lnTo>
                <a:close/>
                <a:moveTo>
                  <a:pt x="0" y="0"/>
                </a:moveTo>
                <a:lnTo>
                  <a:pt x="1395664" y="0"/>
                </a:lnTo>
                <a:lnTo>
                  <a:pt x="1395664" y="5433680"/>
                </a:lnTo>
                <a:lnTo>
                  <a:pt x="727933" y="5433680"/>
                </a:lnTo>
                <a:lnTo>
                  <a:pt x="581236" y="5418892"/>
                </a:lnTo>
                <a:cubicBezTo>
                  <a:pt x="249526" y="5351014"/>
                  <a:pt x="0" y="5057516"/>
                  <a:pt x="0" y="4705739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AA858DD-5732-D62C-5397-EBE1E9F3B2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20142DC-7CAA-D291-2AD5-EB9A2A176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E63FE10-3EE7-C466-9C34-9CB62B95E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18804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13277B1-D0ED-1F93-2B04-7EF3B163864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5431" y="190500"/>
            <a:ext cx="5777442" cy="3960876"/>
          </a:xfrm>
        </p:spPr>
        <p:txBody>
          <a:bodyPr anchor="b"/>
          <a:lstStyle>
            <a:lvl1pPr algn="l">
              <a:spcBef>
                <a:spcPts val="0"/>
              </a:spcBef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530B387-44F6-F673-C06B-5BE9725D9B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431" y="4253117"/>
            <a:ext cx="5779314" cy="1174224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CFB4E9-DF6F-079B-673E-93FD784A7E5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5431" y="5739518"/>
            <a:ext cx="1738083" cy="2743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995CACC6-5EE3-524B-F9DF-9D1D8C066A5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12653" y="0"/>
            <a:ext cx="5679347" cy="6875770"/>
          </a:xfrm>
          <a:custGeom>
            <a:avLst/>
            <a:gdLst>
              <a:gd name="connsiteX0" fmla="*/ 2855788 w 5679347"/>
              <a:gd name="connsiteY0" fmla="*/ 3447486 h 6875770"/>
              <a:gd name="connsiteX1" fmla="*/ 4251452 w 5679347"/>
              <a:gd name="connsiteY1" fmla="*/ 3447486 h 6875770"/>
              <a:gd name="connsiteX2" fmla="*/ 4251452 w 5679347"/>
              <a:gd name="connsiteY2" fmla="*/ 6864339 h 6875770"/>
              <a:gd name="connsiteX3" fmla="*/ 2855788 w 5679347"/>
              <a:gd name="connsiteY3" fmla="*/ 6864339 h 6875770"/>
              <a:gd name="connsiteX4" fmla="*/ 1427894 w 5679347"/>
              <a:gd name="connsiteY4" fmla="*/ 3447486 h 6875770"/>
              <a:gd name="connsiteX5" fmla="*/ 2823558 w 5679347"/>
              <a:gd name="connsiteY5" fmla="*/ 3447486 h 6875770"/>
              <a:gd name="connsiteX6" fmla="*/ 2823558 w 5679347"/>
              <a:gd name="connsiteY6" fmla="*/ 6864339 h 6875770"/>
              <a:gd name="connsiteX7" fmla="*/ 1427894 w 5679347"/>
              <a:gd name="connsiteY7" fmla="*/ 6864339 h 6875770"/>
              <a:gd name="connsiteX8" fmla="*/ 4283683 w 5679347"/>
              <a:gd name="connsiteY8" fmla="*/ 1442090 h 6875770"/>
              <a:gd name="connsiteX9" fmla="*/ 5001917 w 5679347"/>
              <a:gd name="connsiteY9" fmla="*/ 1442090 h 6875770"/>
              <a:gd name="connsiteX10" fmla="*/ 5098111 w 5679347"/>
              <a:gd name="connsiteY10" fmla="*/ 1451787 h 6875770"/>
              <a:gd name="connsiteX11" fmla="*/ 5679347 w 5679347"/>
              <a:gd name="connsiteY11" fmla="*/ 2164940 h 6875770"/>
              <a:gd name="connsiteX12" fmla="*/ 5679347 w 5679347"/>
              <a:gd name="connsiteY12" fmla="*/ 6875770 h 6875770"/>
              <a:gd name="connsiteX13" fmla="*/ 4283683 w 5679347"/>
              <a:gd name="connsiteY13" fmla="*/ 6875770 h 6875770"/>
              <a:gd name="connsiteX14" fmla="*/ 2855788 w 5679347"/>
              <a:gd name="connsiteY14" fmla="*/ 0 h 6875770"/>
              <a:gd name="connsiteX15" fmla="*/ 4251452 w 5679347"/>
              <a:gd name="connsiteY15" fmla="*/ 0 h 6875770"/>
              <a:gd name="connsiteX16" fmla="*/ 4251452 w 5679347"/>
              <a:gd name="connsiteY16" fmla="*/ 3416853 h 6875770"/>
              <a:gd name="connsiteX17" fmla="*/ 2855788 w 5679347"/>
              <a:gd name="connsiteY17" fmla="*/ 3416853 h 6875770"/>
              <a:gd name="connsiteX18" fmla="*/ 1427894 w 5679347"/>
              <a:gd name="connsiteY18" fmla="*/ 0 h 6875770"/>
              <a:gd name="connsiteX19" fmla="*/ 2823558 w 5679347"/>
              <a:gd name="connsiteY19" fmla="*/ 0 h 6875770"/>
              <a:gd name="connsiteX20" fmla="*/ 2823558 w 5679347"/>
              <a:gd name="connsiteY20" fmla="*/ 3416853 h 6875770"/>
              <a:gd name="connsiteX21" fmla="*/ 1427894 w 5679347"/>
              <a:gd name="connsiteY21" fmla="*/ 3416853 h 6875770"/>
              <a:gd name="connsiteX22" fmla="*/ 0 w 5679347"/>
              <a:gd name="connsiteY22" fmla="*/ 0 h 6875770"/>
              <a:gd name="connsiteX23" fmla="*/ 1395664 w 5679347"/>
              <a:gd name="connsiteY23" fmla="*/ 0 h 6875770"/>
              <a:gd name="connsiteX24" fmla="*/ 1395664 w 5679347"/>
              <a:gd name="connsiteY24" fmla="*/ 5433680 h 6875770"/>
              <a:gd name="connsiteX25" fmla="*/ 727933 w 5679347"/>
              <a:gd name="connsiteY25" fmla="*/ 5433680 h 6875770"/>
              <a:gd name="connsiteX26" fmla="*/ 581236 w 5679347"/>
              <a:gd name="connsiteY26" fmla="*/ 5418892 h 6875770"/>
              <a:gd name="connsiteX27" fmla="*/ 0 w 5679347"/>
              <a:gd name="connsiteY27" fmla="*/ 4705739 h 6875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679347" h="6875770">
                <a:moveTo>
                  <a:pt x="2855788" y="3447486"/>
                </a:moveTo>
                <a:lnTo>
                  <a:pt x="4251452" y="3447486"/>
                </a:lnTo>
                <a:lnTo>
                  <a:pt x="4251452" y="6864339"/>
                </a:lnTo>
                <a:lnTo>
                  <a:pt x="2855788" y="6864339"/>
                </a:lnTo>
                <a:close/>
                <a:moveTo>
                  <a:pt x="1427894" y="3447486"/>
                </a:moveTo>
                <a:lnTo>
                  <a:pt x="2823558" y="3447486"/>
                </a:lnTo>
                <a:lnTo>
                  <a:pt x="2823558" y="6864339"/>
                </a:lnTo>
                <a:lnTo>
                  <a:pt x="1427894" y="6864339"/>
                </a:lnTo>
                <a:close/>
                <a:moveTo>
                  <a:pt x="4283683" y="1442090"/>
                </a:moveTo>
                <a:lnTo>
                  <a:pt x="5001917" y="1442090"/>
                </a:lnTo>
                <a:lnTo>
                  <a:pt x="5098111" y="1451787"/>
                </a:lnTo>
                <a:cubicBezTo>
                  <a:pt x="5429822" y="1519665"/>
                  <a:pt x="5679347" y="1813163"/>
                  <a:pt x="5679347" y="2164940"/>
                </a:cubicBezTo>
                <a:lnTo>
                  <a:pt x="5679347" y="6875770"/>
                </a:lnTo>
                <a:lnTo>
                  <a:pt x="4283683" y="6875770"/>
                </a:lnTo>
                <a:close/>
                <a:moveTo>
                  <a:pt x="2855788" y="0"/>
                </a:moveTo>
                <a:lnTo>
                  <a:pt x="4251452" y="0"/>
                </a:lnTo>
                <a:lnTo>
                  <a:pt x="4251452" y="3416853"/>
                </a:lnTo>
                <a:lnTo>
                  <a:pt x="2855788" y="3416853"/>
                </a:lnTo>
                <a:close/>
                <a:moveTo>
                  <a:pt x="1427894" y="0"/>
                </a:moveTo>
                <a:lnTo>
                  <a:pt x="2823558" y="0"/>
                </a:lnTo>
                <a:lnTo>
                  <a:pt x="2823558" y="3416853"/>
                </a:lnTo>
                <a:lnTo>
                  <a:pt x="1427894" y="3416853"/>
                </a:lnTo>
                <a:close/>
                <a:moveTo>
                  <a:pt x="0" y="0"/>
                </a:moveTo>
                <a:lnTo>
                  <a:pt x="1395664" y="0"/>
                </a:lnTo>
                <a:lnTo>
                  <a:pt x="1395664" y="5433680"/>
                </a:lnTo>
                <a:lnTo>
                  <a:pt x="727933" y="5433680"/>
                </a:lnTo>
                <a:lnTo>
                  <a:pt x="581236" y="5418892"/>
                </a:lnTo>
                <a:cubicBezTo>
                  <a:pt x="249526" y="5351014"/>
                  <a:pt x="0" y="5057516"/>
                  <a:pt x="0" y="4705739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AA858DD-5732-D62C-5397-EBE1E9F3B2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20142DC-7CAA-D291-2AD5-EB9A2A176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E63FE10-3EE7-C466-9C34-9CB62B95E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83105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13277B1-D0ED-1F93-2B04-7EF3B163864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5431" y="190500"/>
            <a:ext cx="5777442" cy="3960876"/>
          </a:xfrm>
        </p:spPr>
        <p:txBody>
          <a:bodyPr anchor="b"/>
          <a:lstStyle>
            <a:lvl1pPr algn="l">
              <a:spcBef>
                <a:spcPts val="0"/>
              </a:spcBef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530B387-44F6-F673-C06B-5BE9725D9B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431" y="4253117"/>
            <a:ext cx="5779314" cy="1174224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CFB4E9-DF6F-079B-673E-93FD784A7E5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5431" y="5739518"/>
            <a:ext cx="1738083" cy="2743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995CACC6-5EE3-524B-F9DF-9D1D8C066A5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12653" y="0"/>
            <a:ext cx="5679347" cy="6875770"/>
          </a:xfrm>
          <a:custGeom>
            <a:avLst/>
            <a:gdLst>
              <a:gd name="connsiteX0" fmla="*/ 2855788 w 5679347"/>
              <a:gd name="connsiteY0" fmla="*/ 3447486 h 6875770"/>
              <a:gd name="connsiteX1" fmla="*/ 4251452 w 5679347"/>
              <a:gd name="connsiteY1" fmla="*/ 3447486 h 6875770"/>
              <a:gd name="connsiteX2" fmla="*/ 4251452 w 5679347"/>
              <a:gd name="connsiteY2" fmla="*/ 6864339 h 6875770"/>
              <a:gd name="connsiteX3" fmla="*/ 2855788 w 5679347"/>
              <a:gd name="connsiteY3" fmla="*/ 6864339 h 6875770"/>
              <a:gd name="connsiteX4" fmla="*/ 1427894 w 5679347"/>
              <a:gd name="connsiteY4" fmla="*/ 3447486 h 6875770"/>
              <a:gd name="connsiteX5" fmla="*/ 2823558 w 5679347"/>
              <a:gd name="connsiteY5" fmla="*/ 3447486 h 6875770"/>
              <a:gd name="connsiteX6" fmla="*/ 2823558 w 5679347"/>
              <a:gd name="connsiteY6" fmla="*/ 6864339 h 6875770"/>
              <a:gd name="connsiteX7" fmla="*/ 1427894 w 5679347"/>
              <a:gd name="connsiteY7" fmla="*/ 6864339 h 6875770"/>
              <a:gd name="connsiteX8" fmla="*/ 4283683 w 5679347"/>
              <a:gd name="connsiteY8" fmla="*/ 1442090 h 6875770"/>
              <a:gd name="connsiteX9" fmla="*/ 5001917 w 5679347"/>
              <a:gd name="connsiteY9" fmla="*/ 1442090 h 6875770"/>
              <a:gd name="connsiteX10" fmla="*/ 5098111 w 5679347"/>
              <a:gd name="connsiteY10" fmla="*/ 1451787 h 6875770"/>
              <a:gd name="connsiteX11" fmla="*/ 5679347 w 5679347"/>
              <a:gd name="connsiteY11" fmla="*/ 2164940 h 6875770"/>
              <a:gd name="connsiteX12" fmla="*/ 5679347 w 5679347"/>
              <a:gd name="connsiteY12" fmla="*/ 6875770 h 6875770"/>
              <a:gd name="connsiteX13" fmla="*/ 4283683 w 5679347"/>
              <a:gd name="connsiteY13" fmla="*/ 6875770 h 6875770"/>
              <a:gd name="connsiteX14" fmla="*/ 2855788 w 5679347"/>
              <a:gd name="connsiteY14" fmla="*/ 0 h 6875770"/>
              <a:gd name="connsiteX15" fmla="*/ 4251452 w 5679347"/>
              <a:gd name="connsiteY15" fmla="*/ 0 h 6875770"/>
              <a:gd name="connsiteX16" fmla="*/ 4251452 w 5679347"/>
              <a:gd name="connsiteY16" fmla="*/ 3416853 h 6875770"/>
              <a:gd name="connsiteX17" fmla="*/ 2855788 w 5679347"/>
              <a:gd name="connsiteY17" fmla="*/ 3416853 h 6875770"/>
              <a:gd name="connsiteX18" fmla="*/ 1427894 w 5679347"/>
              <a:gd name="connsiteY18" fmla="*/ 0 h 6875770"/>
              <a:gd name="connsiteX19" fmla="*/ 2823558 w 5679347"/>
              <a:gd name="connsiteY19" fmla="*/ 0 h 6875770"/>
              <a:gd name="connsiteX20" fmla="*/ 2823558 w 5679347"/>
              <a:gd name="connsiteY20" fmla="*/ 3416853 h 6875770"/>
              <a:gd name="connsiteX21" fmla="*/ 1427894 w 5679347"/>
              <a:gd name="connsiteY21" fmla="*/ 3416853 h 6875770"/>
              <a:gd name="connsiteX22" fmla="*/ 0 w 5679347"/>
              <a:gd name="connsiteY22" fmla="*/ 0 h 6875770"/>
              <a:gd name="connsiteX23" fmla="*/ 1395664 w 5679347"/>
              <a:gd name="connsiteY23" fmla="*/ 0 h 6875770"/>
              <a:gd name="connsiteX24" fmla="*/ 1395664 w 5679347"/>
              <a:gd name="connsiteY24" fmla="*/ 5433680 h 6875770"/>
              <a:gd name="connsiteX25" fmla="*/ 727933 w 5679347"/>
              <a:gd name="connsiteY25" fmla="*/ 5433680 h 6875770"/>
              <a:gd name="connsiteX26" fmla="*/ 581236 w 5679347"/>
              <a:gd name="connsiteY26" fmla="*/ 5418892 h 6875770"/>
              <a:gd name="connsiteX27" fmla="*/ 0 w 5679347"/>
              <a:gd name="connsiteY27" fmla="*/ 4705739 h 6875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679347" h="6875770">
                <a:moveTo>
                  <a:pt x="2855788" y="3447486"/>
                </a:moveTo>
                <a:lnTo>
                  <a:pt x="4251452" y="3447486"/>
                </a:lnTo>
                <a:lnTo>
                  <a:pt x="4251452" y="6864339"/>
                </a:lnTo>
                <a:lnTo>
                  <a:pt x="2855788" y="6864339"/>
                </a:lnTo>
                <a:close/>
                <a:moveTo>
                  <a:pt x="1427894" y="3447486"/>
                </a:moveTo>
                <a:lnTo>
                  <a:pt x="2823558" y="3447486"/>
                </a:lnTo>
                <a:lnTo>
                  <a:pt x="2823558" y="6864339"/>
                </a:lnTo>
                <a:lnTo>
                  <a:pt x="1427894" y="6864339"/>
                </a:lnTo>
                <a:close/>
                <a:moveTo>
                  <a:pt x="4283683" y="1442090"/>
                </a:moveTo>
                <a:lnTo>
                  <a:pt x="5001917" y="1442090"/>
                </a:lnTo>
                <a:lnTo>
                  <a:pt x="5098111" y="1451787"/>
                </a:lnTo>
                <a:cubicBezTo>
                  <a:pt x="5429822" y="1519665"/>
                  <a:pt x="5679347" y="1813163"/>
                  <a:pt x="5679347" y="2164940"/>
                </a:cubicBezTo>
                <a:lnTo>
                  <a:pt x="5679347" y="6875770"/>
                </a:lnTo>
                <a:lnTo>
                  <a:pt x="4283683" y="6875770"/>
                </a:lnTo>
                <a:close/>
                <a:moveTo>
                  <a:pt x="2855788" y="0"/>
                </a:moveTo>
                <a:lnTo>
                  <a:pt x="4251452" y="0"/>
                </a:lnTo>
                <a:lnTo>
                  <a:pt x="4251452" y="3416853"/>
                </a:lnTo>
                <a:lnTo>
                  <a:pt x="2855788" y="3416853"/>
                </a:lnTo>
                <a:close/>
                <a:moveTo>
                  <a:pt x="1427894" y="0"/>
                </a:moveTo>
                <a:lnTo>
                  <a:pt x="2823558" y="0"/>
                </a:lnTo>
                <a:lnTo>
                  <a:pt x="2823558" y="3416853"/>
                </a:lnTo>
                <a:lnTo>
                  <a:pt x="1427894" y="3416853"/>
                </a:lnTo>
                <a:close/>
                <a:moveTo>
                  <a:pt x="0" y="0"/>
                </a:moveTo>
                <a:lnTo>
                  <a:pt x="1395664" y="0"/>
                </a:lnTo>
                <a:lnTo>
                  <a:pt x="1395664" y="5433680"/>
                </a:lnTo>
                <a:lnTo>
                  <a:pt x="727933" y="5433680"/>
                </a:lnTo>
                <a:lnTo>
                  <a:pt x="581236" y="5418892"/>
                </a:lnTo>
                <a:cubicBezTo>
                  <a:pt x="249526" y="5351014"/>
                  <a:pt x="0" y="5057516"/>
                  <a:pt x="0" y="4705739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AA858DD-5732-D62C-5397-EBE1E9F3B2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20142DC-7CAA-D291-2AD5-EB9A2A176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E63FE10-3EE7-C466-9C34-9CB62B95E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47592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13277B1-D0ED-1F93-2B04-7EF3B163864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5431" y="190500"/>
            <a:ext cx="5777442" cy="3960876"/>
          </a:xfrm>
        </p:spPr>
        <p:txBody>
          <a:bodyPr anchor="b"/>
          <a:lstStyle>
            <a:lvl1pPr algn="l">
              <a:spcBef>
                <a:spcPts val="0"/>
              </a:spcBef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530B387-44F6-F673-C06B-5BE9725D9B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431" y="4253117"/>
            <a:ext cx="5779314" cy="1174224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CFB4E9-DF6F-079B-673E-93FD784A7E5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5431" y="5739518"/>
            <a:ext cx="1738083" cy="2743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995CACC6-5EE3-524B-F9DF-9D1D8C066A5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12653" y="0"/>
            <a:ext cx="5679347" cy="6875770"/>
          </a:xfrm>
          <a:custGeom>
            <a:avLst/>
            <a:gdLst>
              <a:gd name="connsiteX0" fmla="*/ 2855788 w 5679347"/>
              <a:gd name="connsiteY0" fmla="*/ 3447486 h 6875770"/>
              <a:gd name="connsiteX1" fmla="*/ 4251452 w 5679347"/>
              <a:gd name="connsiteY1" fmla="*/ 3447486 h 6875770"/>
              <a:gd name="connsiteX2" fmla="*/ 4251452 w 5679347"/>
              <a:gd name="connsiteY2" fmla="*/ 6864339 h 6875770"/>
              <a:gd name="connsiteX3" fmla="*/ 2855788 w 5679347"/>
              <a:gd name="connsiteY3" fmla="*/ 6864339 h 6875770"/>
              <a:gd name="connsiteX4" fmla="*/ 1427894 w 5679347"/>
              <a:gd name="connsiteY4" fmla="*/ 3447486 h 6875770"/>
              <a:gd name="connsiteX5" fmla="*/ 2823558 w 5679347"/>
              <a:gd name="connsiteY5" fmla="*/ 3447486 h 6875770"/>
              <a:gd name="connsiteX6" fmla="*/ 2823558 w 5679347"/>
              <a:gd name="connsiteY6" fmla="*/ 6864339 h 6875770"/>
              <a:gd name="connsiteX7" fmla="*/ 1427894 w 5679347"/>
              <a:gd name="connsiteY7" fmla="*/ 6864339 h 6875770"/>
              <a:gd name="connsiteX8" fmla="*/ 4283683 w 5679347"/>
              <a:gd name="connsiteY8" fmla="*/ 1442090 h 6875770"/>
              <a:gd name="connsiteX9" fmla="*/ 5001917 w 5679347"/>
              <a:gd name="connsiteY9" fmla="*/ 1442090 h 6875770"/>
              <a:gd name="connsiteX10" fmla="*/ 5098111 w 5679347"/>
              <a:gd name="connsiteY10" fmla="*/ 1451787 h 6875770"/>
              <a:gd name="connsiteX11" fmla="*/ 5679347 w 5679347"/>
              <a:gd name="connsiteY11" fmla="*/ 2164940 h 6875770"/>
              <a:gd name="connsiteX12" fmla="*/ 5679347 w 5679347"/>
              <a:gd name="connsiteY12" fmla="*/ 6875770 h 6875770"/>
              <a:gd name="connsiteX13" fmla="*/ 4283683 w 5679347"/>
              <a:gd name="connsiteY13" fmla="*/ 6875770 h 6875770"/>
              <a:gd name="connsiteX14" fmla="*/ 2855788 w 5679347"/>
              <a:gd name="connsiteY14" fmla="*/ 0 h 6875770"/>
              <a:gd name="connsiteX15" fmla="*/ 4251452 w 5679347"/>
              <a:gd name="connsiteY15" fmla="*/ 0 h 6875770"/>
              <a:gd name="connsiteX16" fmla="*/ 4251452 w 5679347"/>
              <a:gd name="connsiteY16" fmla="*/ 3416853 h 6875770"/>
              <a:gd name="connsiteX17" fmla="*/ 2855788 w 5679347"/>
              <a:gd name="connsiteY17" fmla="*/ 3416853 h 6875770"/>
              <a:gd name="connsiteX18" fmla="*/ 1427894 w 5679347"/>
              <a:gd name="connsiteY18" fmla="*/ 0 h 6875770"/>
              <a:gd name="connsiteX19" fmla="*/ 2823558 w 5679347"/>
              <a:gd name="connsiteY19" fmla="*/ 0 h 6875770"/>
              <a:gd name="connsiteX20" fmla="*/ 2823558 w 5679347"/>
              <a:gd name="connsiteY20" fmla="*/ 3416853 h 6875770"/>
              <a:gd name="connsiteX21" fmla="*/ 1427894 w 5679347"/>
              <a:gd name="connsiteY21" fmla="*/ 3416853 h 6875770"/>
              <a:gd name="connsiteX22" fmla="*/ 0 w 5679347"/>
              <a:gd name="connsiteY22" fmla="*/ 0 h 6875770"/>
              <a:gd name="connsiteX23" fmla="*/ 1395664 w 5679347"/>
              <a:gd name="connsiteY23" fmla="*/ 0 h 6875770"/>
              <a:gd name="connsiteX24" fmla="*/ 1395664 w 5679347"/>
              <a:gd name="connsiteY24" fmla="*/ 5433680 h 6875770"/>
              <a:gd name="connsiteX25" fmla="*/ 727933 w 5679347"/>
              <a:gd name="connsiteY25" fmla="*/ 5433680 h 6875770"/>
              <a:gd name="connsiteX26" fmla="*/ 581236 w 5679347"/>
              <a:gd name="connsiteY26" fmla="*/ 5418892 h 6875770"/>
              <a:gd name="connsiteX27" fmla="*/ 0 w 5679347"/>
              <a:gd name="connsiteY27" fmla="*/ 4705739 h 6875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679347" h="6875770">
                <a:moveTo>
                  <a:pt x="2855788" y="3447486"/>
                </a:moveTo>
                <a:lnTo>
                  <a:pt x="4251452" y="3447486"/>
                </a:lnTo>
                <a:lnTo>
                  <a:pt x="4251452" y="6864339"/>
                </a:lnTo>
                <a:lnTo>
                  <a:pt x="2855788" y="6864339"/>
                </a:lnTo>
                <a:close/>
                <a:moveTo>
                  <a:pt x="1427894" y="3447486"/>
                </a:moveTo>
                <a:lnTo>
                  <a:pt x="2823558" y="3447486"/>
                </a:lnTo>
                <a:lnTo>
                  <a:pt x="2823558" y="6864339"/>
                </a:lnTo>
                <a:lnTo>
                  <a:pt x="1427894" y="6864339"/>
                </a:lnTo>
                <a:close/>
                <a:moveTo>
                  <a:pt x="4283683" y="1442090"/>
                </a:moveTo>
                <a:lnTo>
                  <a:pt x="5001917" y="1442090"/>
                </a:lnTo>
                <a:lnTo>
                  <a:pt x="5098111" y="1451787"/>
                </a:lnTo>
                <a:cubicBezTo>
                  <a:pt x="5429822" y="1519665"/>
                  <a:pt x="5679347" y="1813163"/>
                  <a:pt x="5679347" y="2164940"/>
                </a:cubicBezTo>
                <a:lnTo>
                  <a:pt x="5679347" y="6875770"/>
                </a:lnTo>
                <a:lnTo>
                  <a:pt x="4283683" y="6875770"/>
                </a:lnTo>
                <a:close/>
                <a:moveTo>
                  <a:pt x="2855788" y="0"/>
                </a:moveTo>
                <a:lnTo>
                  <a:pt x="4251452" y="0"/>
                </a:lnTo>
                <a:lnTo>
                  <a:pt x="4251452" y="3416853"/>
                </a:lnTo>
                <a:lnTo>
                  <a:pt x="2855788" y="3416853"/>
                </a:lnTo>
                <a:close/>
                <a:moveTo>
                  <a:pt x="1427894" y="0"/>
                </a:moveTo>
                <a:lnTo>
                  <a:pt x="2823558" y="0"/>
                </a:lnTo>
                <a:lnTo>
                  <a:pt x="2823558" y="3416853"/>
                </a:lnTo>
                <a:lnTo>
                  <a:pt x="1427894" y="3416853"/>
                </a:lnTo>
                <a:close/>
                <a:moveTo>
                  <a:pt x="0" y="0"/>
                </a:moveTo>
                <a:lnTo>
                  <a:pt x="1395664" y="0"/>
                </a:lnTo>
                <a:lnTo>
                  <a:pt x="1395664" y="5433680"/>
                </a:lnTo>
                <a:lnTo>
                  <a:pt x="727933" y="5433680"/>
                </a:lnTo>
                <a:lnTo>
                  <a:pt x="581236" y="5418892"/>
                </a:lnTo>
                <a:cubicBezTo>
                  <a:pt x="249526" y="5351014"/>
                  <a:pt x="0" y="5057516"/>
                  <a:pt x="0" y="4705739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AA858DD-5732-D62C-5397-EBE1E9F3B2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20142DC-7CAA-D291-2AD5-EB9A2A176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E63FE10-3EE7-C466-9C34-9CB62B95E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83105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13277B1-D0ED-1F93-2B04-7EF3B163864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5431" y="190500"/>
            <a:ext cx="5777442" cy="3960876"/>
          </a:xfrm>
        </p:spPr>
        <p:txBody>
          <a:bodyPr anchor="b"/>
          <a:lstStyle>
            <a:lvl1pPr algn="l">
              <a:spcBef>
                <a:spcPts val="0"/>
              </a:spcBef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530B387-44F6-F673-C06B-5BE9725D9B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431" y="4253117"/>
            <a:ext cx="5779314" cy="1174224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CFB4E9-DF6F-079B-673E-93FD784A7E5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5431" y="5739518"/>
            <a:ext cx="1738083" cy="2743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995CACC6-5EE3-524B-F9DF-9D1D8C066A5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12653" y="0"/>
            <a:ext cx="5679347" cy="6875770"/>
          </a:xfrm>
          <a:custGeom>
            <a:avLst/>
            <a:gdLst>
              <a:gd name="connsiteX0" fmla="*/ 2855788 w 5679347"/>
              <a:gd name="connsiteY0" fmla="*/ 3447486 h 6875770"/>
              <a:gd name="connsiteX1" fmla="*/ 4251452 w 5679347"/>
              <a:gd name="connsiteY1" fmla="*/ 3447486 h 6875770"/>
              <a:gd name="connsiteX2" fmla="*/ 4251452 w 5679347"/>
              <a:gd name="connsiteY2" fmla="*/ 6864339 h 6875770"/>
              <a:gd name="connsiteX3" fmla="*/ 2855788 w 5679347"/>
              <a:gd name="connsiteY3" fmla="*/ 6864339 h 6875770"/>
              <a:gd name="connsiteX4" fmla="*/ 1427894 w 5679347"/>
              <a:gd name="connsiteY4" fmla="*/ 3447486 h 6875770"/>
              <a:gd name="connsiteX5" fmla="*/ 2823558 w 5679347"/>
              <a:gd name="connsiteY5" fmla="*/ 3447486 h 6875770"/>
              <a:gd name="connsiteX6" fmla="*/ 2823558 w 5679347"/>
              <a:gd name="connsiteY6" fmla="*/ 6864339 h 6875770"/>
              <a:gd name="connsiteX7" fmla="*/ 1427894 w 5679347"/>
              <a:gd name="connsiteY7" fmla="*/ 6864339 h 6875770"/>
              <a:gd name="connsiteX8" fmla="*/ 4283683 w 5679347"/>
              <a:gd name="connsiteY8" fmla="*/ 1442090 h 6875770"/>
              <a:gd name="connsiteX9" fmla="*/ 5001917 w 5679347"/>
              <a:gd name="connsiteY9" fmla="*/ 1442090 h 6875770"/>
              <a:gd name="connsiteX10" fmla="*/ 5098111 w 5679347"/>
              <a:gd name="connsiteY10" fmla="*/ 1451787 h 6875770"/>
              <a:gd name="connsiteX11" fmla="*/ 5679347 w 5679347"/>
              <a:gd name="connsiteY11" fmla="*/ 2164940 h 6875770"/>
              <a:gd name="connsiteX12" fmla="*/ 5679347 w 5679347"/>
              <a:gd name="connsiteY12" fmla="*/ 6875770 h 6875770"/>
              <a:gd name="connsiteX13" fmla="*/ 4283683 w 5679347"/>
              <a:gd name="connsiteY13" fmla="*/ 6875770 h 6875770"/>
              <a:gd name="connsiteX14" fmla="*/ 2855788 w 5679347"/>
              <a:gd name="connsiteY14" fmla="*/ 0 h 6875770"/>
              <a:gd name="connsiteX15" fmla="*/ 4251452 w 5679347"/>
              <a:gd name="connsiteY15" fmla="*/ 0 h 6875770"/>
              <a:gd name="connsiteX16" fmla="*/ 4251452 w 5679347"/>
              <a:gd name="connsiteY16" fmla="*/ 3416853 h 6875770"/>
              <a:gd name="connsiteX17" fmla="*/ 2855788 w 5679347"/>
              <a:gd name="connsiteY17" fmla="*/ 3416853 h 6875770"/>
              <a:gd name="connsiteX18" fmla="*/ 1427894 w 5679347"/>
              <a:gd name="connsiteY18" fmla="*/ 0 h 6875770"/>
              <a:gd name="connsiteX19" fmla="*/ 2823558 w 5679347"/>
              <a:gd name="connsiteY19" fmla="*/ 0 h 6875770"/>
              <a:gd name="connsiteX20" fmla="*/ 2823558 w 5679347"/>
              <a:gd name="connsiteY20" fmla="*/ 3416853 h 6875770"/>
              <a:gd name="connsiteX21" fmla="*/ 1427894 w 5679347"/>
              <a:gd name="connsiteY21" fmla="*/ 3416853 h 6875770"/>
              <a:gd name="connsiteX22" fmla="*/ 0 w 5679347"/>
              <a:gd name="connsiteY22" fmla="*/ 0 h 6875770"/>
              <a:gd name="connsiteX23" fmla="*/ 1395664 w 5679347"/>
              <a:gd name="connsiteY23" fmla="*/ 0 h 6875770"/>
              <a:gd name="connsiteX24" fmla="*/ 1395664 w 5679347"/>
              <a:gd name="connsiteY24" fmla="*/ 5433680 h 6875770"/>
              <a:gd name="connsiteX25" fmla="*/ 727933 w 5679347"/>
              <a:gd name="connsiteY25" fmla="*/ 5433680 h 6875770"/>
              <a:gd name="connsiteX26" fmla="*/ 581236 w 5679347"/>
              <a:gd name="connsiteY26" fmla="*/ 5418892 h 6875770"/>
              <a:gd name="connsiteX27" fmla="*/ 0 w 5679347"/>
              <a:gd name="connsiteY27" fmla="*/ 4705739 h 6875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679347" h="6875770">
                <a:moveTo>
                  <a:pt x="2855788" y="3447486"/>
                </a:moveTo>
                <a:lnTo>
                  <a:pt x="4251452" y="3447486"/>
                </a:lnTo>
                <a:lnTo>
                  <a:pt x="4251452" y="6864339"/>
                </a:lnTo>
                <a:lnTo>
                  <a:pt x="2855788" y="6864339"/>
                </a:lnTo>
                <a:close/>
                <a:moveTo>
                  <a:pt x="1427894" y="3447486"/>
                </a:moveTo>
                <a:lnTo>
                  <a:pt x="2823558" y="3447486"/>
                </a:lnTo>
                <a:lnTo>
                  <a:pt x="2823558" y="6864339"/>
                </a:lnTo>
                <a:lnTo>
                  <a:pt x="1427894" y="6864339"/>
                </a:lnTo>
                <a:close/>
                <a:moveTo>
                  <a:pt x="4283683" y="1442090"/>
                </a:moveTo>
                <a:lnTo>
                  <a:pt x="5001917" y="1442090"/>
                </a:lnTo>
                <a:lnTo>
                  <a:pt x="5098111" y="1451787"/>
                </a:lnTo>
                <a:cubicBezTo>
                  <a:pt x="5429822" y="1519665"/>
                  <a:pt x="5679347" y="1813163"/>
                  <a:pt x="5679347" y="2164940"/>
                </a:cubicBezTo>
                <a:lnTo>
                  <a:pt x="5679347" y="6875770"/>
                </a:lnTo>
                <a:lnTo>
                  <a:pt x="4283683" y="6875770"/>
                </a:lnTo>
                <a:close/>
                <a:moveTo>
                  <a:pt x="2855788" y="0"/>
                </a:moveTo>
                <a:lnTo>
                  <a:pt x="4251452" y="0"/>
                </a:lnTo>
                <a:lnTo>
                  <a:pt x="4251452" y="3416853"/>
                </a:lnTo>
                <a:lnTo>
                  <a:pt x="2855788" y="3416853"/>
                </a:lnTo>
                <a:close/>
                <a:moveTo>
                  <a:pt x="1427894" y="0"/>
                </a:moveTo>
                <a:lnTo>
                  <a:pt x="2823558" y="0"/>
                </a:lnTo>
                <a:lnTo>
                  <a:pt x="2823558" y="3416853"/>
                </a:lnTo>
                <a:lnTo>
                  <a:pt x="1427894" y="3416853"/>
                </a:lnTo>
                <a:close/>
                <a:moveTo>
                  <a:pt x="0" y="0"/>
                </a:moveTo>
                <a:lnTo>
                  <a:pt x="1395664" y="0"/>
                </a:lnTo>
                <a:lnTo>
                  <a:pt x="1395664" y="5433680"/>
                </a:lnTo>
                <a:lnTo>
                  <a:pt x="727933" y="5433680"/>
                </a:lnTo>
                <a:lnTo>
                  <a:pt x="581236" y="5418892"/>
                </a:lnTo>
                <a:cubicBezTo>
                  <a:pt x="249526" y="5351014"/>
                  <a:pt x="0" y="5057516"/>
                  <a:pt x="0" y="4705739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AA858DD-5732-D62C-5397-EBE1E9F3B2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20142DC-7CAA-D291-2AD5-EB9A2A176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E63FE10-3EE7-C466-9C34-9CB62B95E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521162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13277B1-D0ED-1F93-2B04-7EF3B163864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5431" y="190500"/>
            <a:ext cx="5777442" cy="3960876"/>
          </a:xfrm>
        </p:spPr>
        <p:txBody>
          <a:bodyPr anchor="b"/>
          <a:lstStyle>
            <a:lvl1pPr algn="l">
              <a:spcBef>
                <a:spcPts val="0"/>
              </a:spcBef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530B387-44F6-F673-C06B-5BE9725D9B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431" y="4253117"/>
            <a:ext cx="5779314" cy="1174224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CFB4E9-DF6F-079B-673E-93FD784A7E5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5431" y="5739518"/>
            <a:ext cx="1738083" cy="2743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995CACC6-5EE3-524B-F9DF-9D1D8C066A5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12653" y="0"/>
            <a:ext cx="5679347" cy="6875770"/>
          </a:xfrm>
          <a:custGeom>
            <a:avLst/>
            <a:gdLst>
              <a:gd name="connsiteX0" fmla="*/ 2855788 w 5679347"/>
              <a:gd name="connsiteY0" fmla="*/ 3447486 h 6875770"/>
              <a:gd name="connsiteX1" fmla="*/ 4251452 w 5679347"/>
              <a:gd name="connsiteY1" fmla="*/ 3447486 h 6875770"/>
              <a:gd name="connsiteX2" fmla="*/ 4251452 w 5679347"/>
              <a:gd name="connsiteY2" fmla="*/ 6864339 h 6875770"/>
              <a:gd name="connsiteX3" fmla="*/ 2855788 w 5679347"/>
              <a:gd name="connsiteY3" fmla="*/ 6864339 h 6875770"/>
              <a:gd name="connsiteX4" fmla="*/ 1427894 w 5679347"/>
              <a:gd name="connsiteY4" fmla="*/ 3447486 h 6875770"/>
              <a:gd name="connsiteX5" fmla="*/ 2823558 w 5679347"/>
              <a:gd name="connsiteY5" fmla="*/ 3447486 h 6875770"/>
              <a:gd name="connsiteX6" fmla="*/ 2823558 w 5679347"/>
              <a:gd name="connsiteY6" fmla="*/ 6864339 h 6875770"/>
              <a:gd name="connsiteX7" fmla="*/ 1427894 w 5679347"/>
              <a:gd name="connsiteY7" fmla="*/ 6864339 h 6875770"/>
              <a:gd name="connsiteX8" fmla="*/ 4283683 w 5679347"/>
              <a:gd name="connsiteY8" fmla="*/ 1442090 h 6875770"/>
              <a:gd name="connsiteX9" fmla="*/ 5001917 w 5679347"/>
              <a:gd name="connsiteY9" fmla="*/ 1442090 h 6875770"/>
              <a:gd name="connsiteX10" fmla="*/ 5098111 w 5679347"/>
              <a:gd name="connsiteY10" fmla="*/ 1451787 h 6875770"/>
              <a:gd name="connsiteX11" fmla="*/ 5679347 w 5679347"/>
              <a:gd name="connsiteY11" fmla="*/ 2164940 h 6875770"/>
              <a:gd name="connsiteX12" fmla="*/ 5679347 w 5679347"/>
              <a:gd name="connsiteY12" fmla="*/ 6875770 h 6875770"/>
              <a:gd name="connsiteX13" fmla="*/ 4283683 w 5679347"/>
              <a:gd name="connsiteY13" fmla="*/ 6875770 h 6875770"/>
              <a:gd name="connsiteX14" fmla="*/ 2855788 w 5679347"/>
              <a:gd name="connsiteY14" fmla="*/ 0 h 6875770"/>
              <a:gd name="connsiteX15" fmla="*/ 4251452 w 5679347"/>
              <a:gd name="connsiteY15" fmla="*/ 0 h 6875770"/>
              <a:gd name="connsiteX16" fmla="*/ 4251452 w 5679347"/>
              <a:gd name="connsiteY16" fmla="*/ 3416853 h 6875770"/>
              <a:gd name="connsiteX17" fmla="*/ 2855788 w 5679347"/>
              <a:gd name="connsiteY17" fmla="*/ 3416853 h 6875770"/>
              <a:gd name="connsiteX18" fmla="*/ 1427894 w 5679347"/>
              <a:gd name="connsiteY18" fmla="*/ 0 h 6875770"/>
              <a:gd name="connsiteX19" fmla="*/ 2823558 w 5679347"/>
              <a:gd name="connsiteY19" fmla="*/ 0 h 6875770"/>
              <a:gd name="connsiteX20" fmla="*/ 2823558 w 5679347"/>
              <a:gd name="connsiteY20" fmla="*/ 3416853 h 6875770"/>
              <a:gd name="connsiteX21" fmla="*/ 1427894 w 5679347"/>
              <a:gd name="connsiteY21" fmla="*/ 3416853 h 6875770"/>
              <a:gd name="connsiteX22" fmla="*/ 0 w 5679347"/>
              <a:gd name="connsiteY22" fmla="*/ 0 h 6875770"/>
              <a:gd name="connsiteX23" fmla="*/ 1395664 w 5679347"/>
              <a:gd name="connsiteY23" fmla="*/ 0 h 6875770"/>
              <a:gd name="connsiteX24" fmla="*/ 1395664 w 5679347"/>
              <a:gd name="connsiteY24" fmla="*/ 5433680 h 6875770"/>
              <a:gd name="connsiteX25" fmla="*/ 727933 w 5679347"/>
              <a:gd name="connsiteY25" fmla="*/ 5433680 h 6875770"/>
              <a:gd name="connsiteX26" fmla="*/ 581236 w 5679347"/>
              <a:gd name="connsiteY26" fmla="*/ 5418892 h 6875770"/>
              <a:gd name="connsiteX27" fmla="*/ 0 w 5679347"/>
              <a:gd name="connsiteY27" fmla="*/ 4705739 h 6875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679347" h="6875770">
                <a:moveTo>
                  <a:pt x="2855788" y="3447486"/>
                </a:moveTo>
                <a:lnTo>
                  <a:pt x="4251452" y="3447486"/>
                </a:lnTo>
                <a:lnTo>
                  <a:pt x="4251452" y="6864339"/>
                </a:lnTo>
                <a:lnTo>
                  <a:pt x="2855788" y="6864339"/>
                </a:lnTo>
                <a:close/>
                <a:moveTo>
                  <a:pt x="1427894" y="3447486"/>
                </a:moveTo>
                <a:lnTo>
                  <a:pt x="2823558" y="3447486"/>
                </a:lnTo>
                <a:lnTo>
                  <a:pt x="2823558" y="6864339"/>
                </a:lnTo>
                <a:lnTo>
                  <a:pt x="1427894" y="6864339"/>
                </a:lnTo>
                <a:close/>
                <a:moveTo>
                  <a:pt x="4283683" y="1442090"/>
                </a:moveTo>
                <a:lnTo>
                  <a:pt x="5001917" y="1442090"/>
                </a:lnTo>
                <a:lnTo>
                  <a:pt x="5098111" y="1451787"/>
                </a:lnTo>
                <a:cubicBezTo>
                  <a:pt x="5429822" y="1519665"/>
                  <a:pt x="5679347" y="1813163"/>
                  <a:pt x="5679347" y="2164940"/>
                </a:cubicBezTo>
                <a:lnTo>
                  <a:pt x="5679347" y="6875770"/>
                </a:lnTo>
                <a:lnTo>
                  <a:pt x="4283683" y="6875770"/>
                </a:lnTo>
                <a:close/>
                <a:moveTo>
                  <a:pt x="2855788" y="0"/>
                </a:moveTo>
                <a:lnTo>
                  <a:pt x="4251452" y="0"/>
                </a:lnTo>
                <a:lnTo>
                  <a:pt x="4251452" y="3416853"/>
                </a:lnTo>
                <a:lnTo>
                  <a:pt x="2855788" y="3416853"/>
                </a:lnTo>
                <a:close/>
                <a:moveTo>
                  <a:pt x="1427894" y="0"/>
                </a:moveTo>
                <a:lnTo>
                  <a:pt x="2823558" y="0"/>
                </a:lnTo>
                <a:lnTo>
                  <a:pt x="2823558" y="3416853"/>
                </a:lnTo>
                <a:lnTo>
                  <a:pt x="1427894" y="3416853"/>
                </a:lnTo>
                <a:close/>
                <a:moveTo>
                  <a:pt x="0" y="0"/>
                </a:moveTo>
                <a:lnTo>
                  <a:pt x="1395664" y="0"/>
                </a:lnTo>
                <a:lnTo>
                  <a:pt x="1395664" y="5433680"/>
                </a:lnTo>
                <a:lnTo>
                  <a:pt x="727933" y="5433680"/>
                </a:lnTo>
                <a:lnTo>
                  <a:pt x="581236" y="5418892"/>
                </a:lnTo>
                <a:cubicBezTo>
                  <a:pt x="249526" y="5351014"/>
                  <a:pt x="0" y="5057516"/>
                  <a:pt x="0" y="4705739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AA858DD-5732-D62C-5397-EBE1E9F3B2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20142DC-7CAA-D291-2AD5-EB9A2A176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E63FE10-3EE7-C466-9C34-9CB62B95E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83105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13277B1-D0ED-1F93-2B04-7EF3B163864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5431" y="190500"/>
            <a:ext cx="5777442" cy="3960876"/>
          </a:xfrm>
        </p:spPr>
        <p:txBody>
          <a:bodyPr anchor="b"/>
          <a:lstStyle>
            <a:lvl1pPr algn="l">
              <a:spcBef>
                <a:spcPts val="0"/>
              </a:spcBef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530B387-44F6-F673-C06B-5BE9725D9B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431" y="4253117"/>
            <a:ext cx="5779314" cy="1174224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CFB4E9-DF6F-079B-673E-93FD784A7E5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5431" y="5739518"/>
            <a:ext cx="1738083" cy="2743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995CACC6-5EE3-524B-F9DF-9D1D8C066A5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12653" y="0"/>
            <a:ext cx="5679347" cy="6875770"/>
          </a:xfrm>
          <a:custGeom>
            <a:avLst/>
            <a:gdLst>
              <a:gd name="connsiteX0" fmla="*/ 2855788 w 5679347"/>
              <a:gd name="connsiteY0" fmla="*/ 3447486 h 6875770"/>
              <a:gd name="connsiteX1" fmla="*/ 4251452 w 5679347"/>
              <a:gd name="connsiteY1" fmla="*/ 3447486 h 6875770"/>
              <a:gd name="connsiteX2" fmla="*/ 4251452 w 5679347"/>
              <a:gd name="connsiteY2" fmla="*/ 6864339 h 6875770"/>
              <a:gd name="connsiteX3" fmla="*/ 2855788 w 5679347"/>
              <a:gd name="connsiteY3" fmla="*/ 6864339 h 6875770"/>
              <a:gd name="connsiteX4" fmla="*/ 1427894 w 5679347"/>
              <a:gd name="connsiteY4" fmla="*/ 3447486 h 6875770"/>
              <a:gd name="connsiteX5" fmla="*/ 2823558 w 5679347"/>
              <a:gd name="connsiteY5" fmla="*/ 3447486 h 6875770"/>
              <a:gd name="connsiteX6" fmla="*/ 2823558 w 5679347"/>
              <a:gd name="connsiteY6" fmla="*/ 6864339 h 6875770"/>
              <a:gd name="connsiteX7" fmla="*/ 1427894 w 5679347"/>
              <a:gd name="connsiteY7" fmla="*/ 6864339 h 6875770"/>
              <a:gd name="connsiteX8" fmla="*/ 4283683 w 5679347"/>
              <a:gd name="connsiteY8" fmla="*/ 1442090 h 6875770"/>
              <a:gd name="connsiteX9" fmla="*/ 5001917 w 5679347"/>
              <a:gd name="connsiteY9" fmla="*/ 1442090 h 6875770"/>
              <a:gd name="connsiteX10" fmla="*/ 5098111 w 5679347"/>
              <a:gd name="connsiteY10" fmla="*/ 1451787 h 6875770"/>
              <a:gd name="connsiteX11" fmla="*/ 5679347 w 5679347"/>
              <a:gd name="connsiteY11" fmla="*/ 2164940 h 6875770"/>
              <a:gd name="connsiteX12" fmla="*/ 5679347 w 5679347"/>
              <a:gd name="connsiteY12" fmla="*/ 6875770 h 6875770"/>
              <a:gd name="connsiteX13" fmla="*/ 4283683 w 5679347"/>
              <a:gd name="connsiteY13" fmla="*/ 6875770 h 6875770"/>
              <a:gd name="connsiteX14" fmla="*/ 2855788 w 5679347"/>
              <a:gd name="connsiteY14" fmla="*/ 0 h 6875770"/>
              <a:gd name="connsiteX15" fmla="*/ 4251452 w 5679347"/>
              <a:gd name="connsiteY15" fmla="*/ 0 h 6875770"/>
              <a:gd name="connsiteX16" fmla="*/ 4251452 w 5679347"/>
              <a:gd name="connsiteY16" fmla="*/ 3416853 h 6875770"/>
              <a:gd name="connsiteX17" fmla="*/ 2855788 w 5679347"/>
              <a:gd name="connsiteY17" fmla="*/ 3416853 h 6875770"/>
              <a:gd name="connsiteX18" fmla="*/ 1427894 w 5679347"/>
              <a:gd name="connsiteY18" fmla="*/ 0 h 6875770"/>
              <a:gd name="connsiteX19" fmla="*/ 2823558 w 5679347"/>
              <a:gd name="connsiteY19" fmla="*/ 0 h 6875770"/>
              <a:gd name="connsiteX20" fmla="*/ 2823558 w 5679347"/>
              <a:gd name="connsiteY20" fmla="*/ 3416853 h 6875770"/>
              <a:gd name="connsiteX21" fmla="*/ 1427894 w 5679347"/>
              <a:gd name="connsiteY21" fmla="*/ 3416853 h 6875770"/>
              <a:gd name="connsiteX22" fmla="*/ 0 w 5679347"/>
              <a:gd name="connsiteY22" fmla="*/ 0 h 6875770"/>
              <a:gd name="connsiteX23" fmla="*/ 1395664 w 5679347"/>
              <a:gd name="connsiteY23" fmla="*/ 0 h 6875770"/>
              <a:gd name="connsiteX24" fmla="*/ 1395664 w 5679347"/>
              <a:gd name="connsiteY24" fmla="*/ 5433680 h 6875770"/>
              <a:gd name="connsiteX25" fmla="*/ 727933 w 5679347"/>
              <a:gd name="connsiteY25" fmla="*/ 5433680 h 6875770"/>
              <a:gd name="connsiteX26" fmla="*/ 581236 w 5679347"/>
              <a:gd name="connsiteY26" fmla="*/ 5418892 h 6875770"/>
              <a:gd name="connsiteX27" fmla="*/ 0 w 5679347"/>
              <a:gd name="connsiteY27" fmla="*/ 4705739 h 6875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679347" h="6875770">
                <a:moveTo>
                  <a:pt x="2855788" y="3447486"/>
                </a:moveTo>
                <a:lnTo>
                  <a:pt x="4251452" y="3447486"/>
                </a:lnTo>
                <a:lnTo>
                  <a:pt x="4251452" y="6864339"/>
                </a:lnTo>
                <a:lnTo>
                  <a:pt x="2855788" y="6864339"/>
                </a:lnTo>
                <a:close/>
                <a:moveTo>
                  <a:pt x="1427894" y="3447486"/>
                </a:moveTo>
                <a:lnTo>
                  <a:pt x="2823558" y="3447486"/>
                </a:lnTo>
                <a:lnTo>
                  <a:pt x="2823558" y="6864339"/>
                </a:lnTo>
                <a:lnTo>
                  <a:pt x="1427894" y="6864339"/>
                </a:lnTo>
                <a:close/>
                <a:moveTo>
                  <a:pt x="4283683" y="1442090"/>
                </a:moveTo>
                <a:lnTo>
                  <a:pt x="5001917" y="1442090"/>
                </a:lnTo>
                <a:lnTo>
                  <a:pt x="5098111" y="1451787"/>
                </a:lnTo>
                <a:cubicBezTo>
                  <a:pt x="5429822" y="1519665"/>
                  <a:pt x="5679347" y="1813163"/>
                  <a:pt x="5679347" y="2164940"/>
                </a:cubicBezTo>
                <a:lnTo>
                  <a:pt x="5679347" y="6875770"/>
                </a:lnTo>
                <a:lnTo>
                  <a:pt x="4283683" y="6875770"/>
                </a:lnTo>
                <a:close/>
                <a:moveTo>
                  <a:pt x="2855788" y="0"/>
                </a:moveTo>
                <a:lnTo>
                  <a:pt x="4251452" y="0"/>
                </a:lnTo>
                <a:lnTo>
                  <a:pt x="4251452" y="3416853"/>
                </a:lnTo>
                <a:lnTo>
                  <a:pt x="2855788" y="3416853"/>
                </a:lnTo>
                <a:close/>
                <a:moveTo>
                  <a:pt x="1427894" y="0"/>
                </a:moveTo>
                <a:lnTo>
                  <a:pt x="2823558" y="0"/>
                </a:lnTo>
                <a:lnTo>
                  <a:pt x="2823558" y="3416853"/>
                </a:lnTo>
                <a:lnTo>
                  <a:pt x="1427894" y="3416853"/>
                </a:lnTo>
                <a:close/>
                <a:moveTo>
                  <a:pt x="0" y="0"/>
                </a:moveTo>
                <a:lnTo>
                  <a:pt x="1395664" y="0"/>
                </a:lnTo>
                <a:lnTo>
                  <a:pt x="1395664" y="5433680"/>
                </a:lnTo>
                <a:lnTo>
                  <a:pt x="727933" y="5433680"/>
                </a:lnTo>
                <a:lnTo>
                  <a:pt x="581236" y="5418892"/>
                </a:lnTo>
                <a:cubicBezTo>
                  <a:pt x="249526" y="5351014"/>
                  <a:pt x="0" y="5057516"/>
                  <a:pt x="0" y="4705739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AA858DD-5732-D62C-5397-EBE1E9F3B2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20142DC-7CAA-D291-2AD5-EB9A2A176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E63FE10-3EE7-C466-9C34-9CB62B95E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47592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13277B1-D0ED-1F93-2B04-7EF3B163864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5431" y="190500"/>
            <a:ext cx="5777442" cy="3960876"/>
          </a:xfrm>
        </p:spPr>
        <p:txBody>
          <a:bodyPr anchor="b"/>
          <a:lstStyle>
            <a:lvl1pPr algn="l">
              <a:spcBef>
                <a:spcPts val="0"/>
              </a:spcBef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530B387-44F6-F673-C06B-5BE9725D9B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431" y="4253117"/>
            <a:ext cx="5779314" cy="1174224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CFB4E9-DF6F-079B-673E-93FD784A7E5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5431" y="5739518"/>
            <a:ext cx="1738083" cy="2743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995CACC6-5EE3-524B-F9DF-9D1D8C066A5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12653" y="0"/>
            <a:ext cx="5679347" cy="6875770"/>
          </a:xfrm>
          <a:custGeom>
            <a:avLst/>
            <a:gdLst>
              <a:gd name="connsiteX0" fmla="*/ 2855788 w 5679347"/>
              <a:gd name="connsiteY0" fmla="*/ 3447486 h 6875770"/>
              <a:gd name="connsiteX1" fmla="*/ 4251452 w 5679347"/>
              <a:gd name="connsiteY1" fmla="*/ 3447486 h 6875770"/>
              <a:gd name="connsiteX2" fmla="*/ 4251452 w 5679347"/>
              <a:gd name="connsiteY2" fmla="*/ 6864339 h 6875770"/>
              <a:gd name="connsiteX3" fmla="*/ 2855788 w 5679347"/>
              <a:gd name="connsiteY3" fmla="*/ 6864339 h 6875770"/>
              <a:gd name="connsiteX4" fmla="*/ 1427894 w 5679347"/>
              <a:gd name="connsiteY4" fmla="*/ 3447486 h 6875770"/>
              <a:gd name="connsiteX5" fmla="*/ 2823558 w 5679347"/>
              <a:gd name="connsiteY5" fmla="*/ 3447486 h 6875770"/>
              <a:gd name="connsiteX6" fmla="*/ 2823558 w 5679347"/>
              <a:gd name="connsiteY6" fmla="*/ 6864339 h 6875770"/>
              <a:gd name="connsiteX7" fmla="*/ 1427894 w 5679347"/>
              <a:gd name="connsiteY7" fmla="*/ 6864339 h 6875770"/>
              <a:gd name="connsiteX8" fmla="*/ 4283683 w 5679347"/>
              <a:gd name="connsiteY8" fmla="*/ 1442090 h 6875770"/>
              <a:gd name="connsiteX9" fmla="*/ 5001917 w 5679347"/>
              <a:gd name="connsiteY9" fmla="*/ 1442090 h 6875770"/>
              <a:gd name="connsiteX10" fmla="*/ 5098111 w 5679347"/>
              <a:gd name="connsiteY10" fmla="*/ 1451787 h 6875770"/>
              <a:gd name="connsiteX11" fmla="*/ 5679347 w 5679347"/>
              <a:gd name="connsiteY11" fmla="*/ 2164940 h 6875770"/>
              <a:gd name="connsiteX12" fmla="*/ 5679347 w 5679347"/>
              <a:gd name="connsiteY12" fmla="*/ 6875770 h 6875770"/>
              <a:gd name="connsiteX13" fmla="*/ 4283683 w 5679347"/>
              <a:gd name="connsiteY13" fmla="*/ 6875770 h 6875770"/>
              <a:gd name="connsiteX14" fmla="*/ 2855788 w 5679347"/>
              <a:gd name="connsiteY14" fmla="*/ 0 h 6875770"/>
              <a:gd name="connsiteX15" fmla="*/ 4251452 w 5679347"/>
              <a:gd name="connsiteY15" fmla="*/ 0 h 6875770"/>
              <a:gd name="connsiteX16" fmla="*/ 4251452 w 5679347"/>
              <a:gd name="connsiteY16" fmla="*/ 3416853 h 6875770"/>
              <a:gd name="connsiteX17" fmla="*/ 2855788 w 5679347"/>
              <a:gd name="connsiteY17" fmla="*/ 3416853 h 6875770"/>
              <a:gd name="connsiteX18" fmla="*/ 1427894 w 5679347"/>
              <a:gd name="connsiteY18" fmla="*/ 0 h 6875770"/>
              <a:gd name="connsiteX19" fmla="*/ 2823558 w 5679347"/>
              <a:gd name="connsiteY19" fmla="*/ 0 h 6875770"/>
              <a:gd name="connsiteX20" fmla="*/ 2823558 w 5679347"/>
              <a:gd name="connsiteY20" fmla="*/ 3416853 h 6875770"/>
              <a:gd name="connsiteX21" fmla="*/ 1427894 w 5679347"/>
              <a:gd name="connsiteY21" fmla="*/ 3416853 h 6875770"/>
              <a:gd name="connsiteX22" fmla="*/ 0 w 5679347"/>
              <a:gd name="connsiteY22" fmla="*/ 0 h 6875770"/>
              <a:gd name="connsiteX23" fmla="*/ 1395664 w 5679347"/>
              <a:gd name="connsiteY23" fmla="*/ 0 h 6875770"/>
              <a:gd name="connsiteX24" fmla="*/ 1395664 w 5679347"/>
              <a:gd name="connsiteY24" fmla="*/ 5433680 h 6875770"/>
              <a:gd name="connsiteX25" fmla="*/ 727933 w 5679347"/>
              <a:gd name="connsiteY25" fmla="*/ 5433680 h 6875770"/>
              <a:gd name="connsiteX26" fmla="*/ 581236 w 5679347"/>
              <a:gd name="connsiteY26" fmla="*/ 5418892 h 6875770"/>
              <a:gd name="connsiteX27" fmla="*/ 0 w 5679347"/>
              <a:gd name="connsiteY27" fmla="*/ 4705739 h 6875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679347" h="6875770">
                <a:moveTo>
                  <a:pt x="2855788" y="3447486"/>
                </a:moveTo>
                <a:lnTo>
                  <a:pt x="4251452" y="3447486"/>
                </a:lnTo>
                <a:lnTo>
                  <a:pt x="4251452" y="6864339"/>
                </a:lnTo>
                <a:lnTo>
                  <a:pt x="2855788" y="6864339"/>
                </a:lnTo>
                <a:close/>
                <a:moveTo>
                  <a:pt x="1427894" y="3447486"/>
                </a:moveTo>
                <a:lnTo>
                  <a:pt x="2823558" y="3447486"/>
                </a:lnTo>
                <a:lnTo>
                  <a:pt x="2823558" y="6864339"/>
                </a:lnTo>
                <a:lnTo>
                  <a:pt x="1427894" y="6864339"/>
                </a:lnTo>
                <a:close/>
                <a:moveTo>
                  <a:pt x="4283683" y="1442090"/>
                </a:moveTo>
                <a:lnTo>
                  <a:pt x="5001917" y="1442090"/>
                </a:lnTo>
                <a:lnTo>
                  <a:pt x="5098111" y="1451787"/>
                </a:lnTo>
                <a:cubicBezTo>
                  <a:pt x="5429822" y="1519665"/>
                  <a:pt x="5679347" y="1813163"/>
                  <a:pt x="5679347" y="2164940"/>
                </a:cubicBezTo>
                <a:lnTo>
                  <a:pt x="5679347" y="6875770"/>
                </a:lnTo>
                <a:lnTo>
                  <a:pt x="4283683" y="6875770"/>
                </a:lnTo>
                <a:close/>
                <a:moveTo>
                  <a:pt x="2855788" y="0"/>
                </a:moveTo>
                <a:lnTo>
                  <a:pt x="4251452" y="0"/>
                </a:lnTo>
                <a:lnTo>
                  <a:pt x="4251452" y="3416853"/>
                </a:lnTo>
                <a:lnTo>
                  <a:pt x="2855788" y="3416853"/>
                </a:lnTo>
                <a:close/>
                <a:moveTo>
                  <a:pt x="1427894" y="0"/>
                </a:moveTo>
                <a:lnTo>
                  <a:pt x="2823558" y="0"/>
                </a:lnTo>
                <a:lnTo>
                  <a:pt x="2823558" y="3416853"/>
                </a:lnTo>
                <a:lnTo>
                  <a:pt x="1427894" y="3416853"/>
                </a:lnTo>
                <a:close/>
                <a:moveTo>
                  <a:pt x="0" y="0"/>
                </a:moveTo>
                <a:lnTo>
                  <a:pt x="1395664" y="0"/>
                </a:lnTo>
                <a:lnTo>
                  <a:pt x="1395664" y="5433680"/>
                </a:lnTo>
                <a:lnTo>
                  <a:pt x="727933" y="5433680"/>
                </a:lnTo>
                <a:lnTo>
                  <a:pt x="581236" y="5418892"/>
                </a:lnTo>
                <a:cubicBezTo>
                  <a:pt x="249526" y="5351014"/>
                  <a:pt x="0" y="5057516"/>
                  <a:pt x="0" y="4705739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AA858DD-5732-D62C-5397-EBE1E9F3B2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20142DC-7CAA-D291-2AD5-EB9A2A176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E63FE10-3EE7-C466-9C34-9CB62B95E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83105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13277B1-D0ED-1F93-2B04-7EF3B163864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5431" y="190500"/>
            <a:ext cx="5777442" cy="3960876"/>
          </a:xfrm>
        </p:spPr>
        <p:txBody>
          <a:bodyPr anchor="b"/>
          <a:lstStyle>
            <a:lvl1pPr algn="l">
              <a:spcBef>
                <a:spcPts val="0"/>
              </a:spcBef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530B387-44F6-F673-C06B-5BE9725D9B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431" y="4253117"/>
            <a:ext cx="5779314" cy="1174224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CFB4E9-DF6F-079B-673E-93FD784A7E5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5431" y="5739518"/>
            <a:ext cx="1738083" cy="2743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995CACC6-5EE3-524B-F9DF-9D1D8C066A5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12653" y="0"/>
            <a:ext cx="5679347" cy="6875770"/>
          </a:xfrm>
          <a:custGeom>
            <a:avLst/>
            <a:gdLst>
              <a:gd name="connsiteX0" fmla="*/ 2855788 w 5679347"/>
              <a:gd name="connsiteY0" fmla="*/ 3447486 h 6875770"/>
              <a:gd name="connsiteX1" fmla="*/ 4251452 w 5679347"/>
              <a:gd name="connsiteY1" fmla="*/ 3447486 h 6875770"/>
              <a:gd name="connsiteX2" fmla="*/ 4251452 w 5679347"/>
              <a:gd name="connsiteY2" fmla="*/ 6864339 h 6875770"/>
              <a:gd name="connsiteX3" fmla="*/ 2855788 w 5679347"/>
              <a:gd name="connsiteY3" fmla="*/ 6864339 h 6875770"/>
              <a:gd name="connsiteX4" fmla="*/ 1427894 w 5679347"/>
              <a:gd name="connsiteY4" fmla="*/ 3447486 h 6875770"/>
              <a:gd name="connsiteX5" fmla="*/ 2823558 w 5679347"/>
              <a:gd name="connsiteY5" fmla="*/ 3447486 h 6875770"/>
              <a:gd name="connsiteX6" fmla="*/ 2823558 w 5679347"/>
              <a:gd name="connsiteY6" fmla="*/ 6864339 h 6875770"/>
              <a:gd name="connsiteX7" fmla="*/ 1427894 w 5679347"/>
              <a:gd name="connsiteY7" fmla="*/ 6864339 h 6875770"/>
              <a:gd name="connsiteX8" fmla="*/ 4283683 w 5679347"/>
              <a:gd name="connsiteY8" fmla="*/ 1442090 h 6875770"/>
              <a:gd name="connsiteX9" fmla="*/ 5001917 w 5679347"/>
              <a:gd name="connsiteY9" fmla="*/ 1442090 h 6875770"/>
              <a:gd name="connsiteX10" fmla="*/ 5098111 w 5679347"/>
              <a:gd name="connsiteY10" fmla="*/ 1451787 h 6875770"/>
              <a:gd name="connsiteX11" fmla="*/ 5679347 w 5679347"/>
              <a:gd name="connsiteY11" fmla="*/ 2164940 h 6875770"/>
              <a:gd name="connsiteX12" fmla="*/ 5679347 w 5679347"/>
              <a:gd name="connsiteY12" fmla="*/ 6875770 h 6875770"/>
              <a:gd name="connsiteX13" fmla="*/ 4283683 w 5679347"/>
              <a:gd name="connsiteY13" fmla="*/ 6875770 h 6875770"/>
              <a:gd name="connsiteX14" fmla="*/ 2855788 w 5679347"/>
              <a:gd name="connsiteY14" fmla="*/ 0 h 6875770"/>
              <a:gd name="connsiteX15" fmla="*/ 4251452 w 5679347"/>
              <a:gd name="connsiteY15" fmla="*/ 0 h 6875770"/>
              <a:gd name="connsiteX16" fmla="*/ 4251452 w 5679347"/>
              <a:gd name="connsiteY16" fmla="*/ 3416853 h 6875770"/>
              <a:gd name="connsiteX17" fmla="*/ 2855788 w 5679347"/>
              <a:gd name="connsiteY17" fmla="*/ 3416853 h 6875770"/>
              <a:gd name="connsiteX18" fmla="*/ 1427894 w 5679347"/>
              <a:gd name="connsiteY18" fmla="*/ 0 h 6875770"/>
              <a:gd name="connsiteX19" fmla="*/ 2823558 w 5679347"/>
              <a:gd name="connsiteY19" fmla="*/ 0 h 6875770"/>
              <a:gd name="connsiteX20" fmla="*/ 2823558 w 5679347"/>
              <a:gd name="connsiteY20" fmla="*/ 3416853 h 6875770"/>
              <a:gd name="connsiteX21" fmla="*/ 1427894 w 5679347"/>
              <a:gd name="connsiteY21" fmla="*/ 3416853 h 6875770"/>
              <a:gd name="connsiteX22" fmla="*/ 0 w 5679347"/>
              <a:gd name="connsiteY22" fmla="*/ 0 h 6875770"/>
              <a:gd name="connsiteX23" fmla="*/ 1395664 w 5679347"/>
              <a:gd name="connsiteY23" fmla="*/ 0 h 6875770"/>
              <a:gd name="connsiteX24" fmla="*/ 1395664 w 5679347"/>
              <a:gd name="connsiteY24" fmla="*/ 5433680 h 6875770"/>
              <a:gd name="connsiteX25" fmla="*/ 727933 w 5679347"/>
              <a:gd name="connsiteY25" fmla="*/ 5433680 h 6875770"/>
              <a:gd name="connsiteX26" fmla="*/ 581236 w 5679347"/>
              <a:gd name="connsiteY26" fmla="*/ 5418892 h 6875770"/>
              <a:gd name="connsiteX27" fmla="*/ 0 w 5679347"/>
              <a:gd name="connsiteY27" fmla="*/ 4705739 h 6875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679347" h="6875770">
                <a:moveTo>
                  <a:pt x="2855788" y="3447486"/>
                </a:moveTo>
                <a:lnTo>
                  <a:pt x="4251452" y="3447486"/>
                </a:lnTo>
                <a:lnTo>
                  <a:pt x="4251452" y="6864339"/>
                </a:lnTo>
                <a:lnTo>
                  <a:pt x="2855788" y="6864339"/>
                </a:lnTo>
                <a:close/>
                <a:moveTo>
                  <a:pt x="1427894" y="3447486"/>
                </a:moveTo>
                <a:lnTo>
                  <a:pt x="2823558" y="3447486"/>
                </a:lnTo>
                <a:lnTo>
                  <a:pt x="2823558" y="6864339"/>
                </a:lnTo>
                <a:lnTo>
                  <a:pt x="1427894" y="6864339"/>
                </a:lnTo>
                <a:close/>
                <a:moveTo>
                  <a:pt x="4283683" y="1442090"/>
                </a:moveTo>
                <a:lnTo>
                  <a:pt x="5001917" y="1442090"/>
                </a:lnTo>
                <a:lnTo>
                  <a:pt x="5098111" y="1451787"/>
                </a:lnTo>
                <a:cubicBezTo>
                  <a:pt x="5429822" y="1519665"/>
                  <a:pt x="5679347" y="1813163"/>
                  <a:pt x="5679347" y="2164940"/>
                </a:cubicBezTo>
                <a:lnTo>
                  <a:pt x="5679347" y="6875770"/>
                </a:lnTo>
                <a:lnTo>
                  <a:pt x="4283683" y="6875770"/>
                </a:lnTo>
                <a:close/>
                <a:moveTo>
                  <a:pt x="2855788" y="0"/>
                </a:moveTo>
                <a:lnTo>
                  <a:pt x="4251452" y="0"/>
                </a:lnTo>
                <a:lnTo>
                  <a:pt x="4251452" y="3416853"/>
                </a:lnTo>
                <a:lnTo>
                  <a:pt x="2855788" y="3416853"/>
                </a:lnTo>
                <a:close/>
                <a:moveTo>
                  <a:pt x="1427894" y="0"/>
                </a:moveTo>
                <a:lnTo>
                  <a:pt x="2823558" y="0"/>
                </a:lnTo>
                <a:lnTo>
                  <a:pt x="2823558" y="3416853"/>
                </a:lnTo>
                <a:lnTo>
                  <a:pt x="1427894" y="3416853"/>
                </a:lnTo>
                <a:close/>
                <a:moveTo>
                  <a:pt x="0" y="0"/>
                </a:moveTo>
                <a:lnTo>
                  <a:pt x="1395664" y="0"/>
                </a:lnTo>
                <a:lnTo>
                  <a:pt x="1395664" y="5433680"/>
                </a:lnTo>
                <a:lnTo>
                  <a:pt x="727933" y="5433680"/>
                </a:lnTo>
                <a:lnTo>
                  <a:pt x="581236" y="5418892"/>
                </a:lnTo>
                <a:cubicBezTo>
                  <a:pt x="249526" y="5351014"/>
                  <a:pt x="0" y="5057516"/>
                  <a:pt x="0" y="4705739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AA858DD-5732-D62C-5397-EBE1E9F3B2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20142DC-7CAA-D291-2AD5-EB9A2A176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E63FE10-3EE7-C466-9C34-9CB62B95E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18804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13277B1-D0ED-1F93-2B04-7EF3B163864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5431" y="190500"/>
            <a:ext cx="5777442" cy="3960876"/>
          </a:xfrm>
        </p:spPr>
        <p:txBody>
          <a:bodyPr anchor="b"/>
          <a:lstStyle>
            <a:lvl1pPr algn="l">
              <a:spcBef>
                <a:spcPts val="0"/>
              </a:spcBef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530B387-44F6-F673-C06B-5BE9725D9B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431" y="4253117"/>
            <a:ext cx="5779314" cy="1174224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CFB4E9-DF6F-079B-673E-93FD784A7E5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5431" y="5739518"/>
            <a:ext cx="1738083" cy="2743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995CACC6-5EE3-524B-F9DF-9D1D8C066A5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12653" y="0"/>
            <a:ext cx="5679347" cy="6875770"/>
          </a:xfrm>
          <a:custGeom>
            <a:avLst/>
            <a:gdLst>
              <a:gd name="connsiteX0" fmla="*/ 2855788 w 5679347"/>
              <a:gd name="connsiteY0" fmla="*/ 3447486 h 6875770"/>
              <a:gd name="connsiteX1" fmla="*/ 4251452 w 5679347"/>
              <a:gd name="connsiteY1" fmla="*/ 3447486 h 6875770"/>
              <a:gd name="connsiteX2" fmla="*/ 4251452 w 5679347"/>
              <a:gd name="connsiteY2" fmla="*/ 6864339 h 6875770"/>
              <a:gd name="connsiteX3" fmla="*/ 2855788 w 5679347"/>
              <a:gd name="connsiteY3" fmla="*/ 6864339 h 6875770"/>
              <a:gd name="connsiteX4" fmla="*/ 1427894 w 5679347"/>
              <a:gd name="connsiteY4" fmla="*/ 3447486 h 6875770"/>
              <a:gd name="connsiteX5" fmla="*/ 2823558 w 5679347"/>
              <a:gd name="connsiteY5" fmla="*/ 3447486 h 6875770"/>
              <a:gd name="connsiteX6" fmla="*/ 2823558 w 5679347"/>
              <a:gd name="connsiteY6" fmla="*/ 6864339 h 6875770"/>
              <a:gd name="connsiteX7" fmla="*/ 1427894 w 5679347"/>
              <a:gd name="connsiteY7" fmla="*/ 6864339 h 6875770"/>
              <a:gd name="connsiteX8" fmla="*/ 4283683 w 5679347"/>
              <a:gd name="connsiteY8" fmla="*/ 1442090 h 6875770"/>
              <a:gd name="connsiteX9" fmla="*/ 5001917 w 5679347"/>
              <a:gd name="connsiteY9" fmla="*/ 1442090 h 6875770"/>
              <a:gd name="connsiteX10" fmla="*/ 5098111 w 5679347"/>
              <a:gd name="connsiteY10" fmla="*/ 1451787 h 6875770"/>
              <a:gd name="connsiteX11" fmla="*/ 5679347 w 5679347"/>
              <a:gd name="connsiteY11" fmla="*/ 2164940 h 6875770"/>
              <a:gd name="connsiteX12" fmla="*/ 5679347 w 5679347"/>
              <a:gd name="connsiteY12" fmla="*/ 6875770 h 6875770"/>
              <a:gd name="connsiteX13" fmla="*/ 4283683 w 5679347"/>
              <a:gd name="connsiteY13" fmla="*/ 6875770 h 6875770"/>
              <a:gd name="connsiteX14" fmla="*/ 2855788 w 5679347"/>
              <a:gd name="connsiteY14" fmla="*/ 0 h 6875770"/>
              <a:gd name="connsiteX15" fmla="*/ 4251452 w 5679347"/>
              <a:gd name="connsiteY15" fmla="*/ 0 h 6875770"/>
              <a:gd name="connsiteX16" fmla="*/ 4251452 w 5679347"/>
              <a:gd name="connsiteY16" fmla="*/ 3416853 h 6875770"/>
              <a:gd name="connsiteX17" fmla="*/ 2855788 w 5679347"/>
              <a:gd name="connsiteY17" fmla="*/ 3416853 h 6875770"/>
              <a:gd name="connsiteX18" fmla="*/ 1427894 w 5679347"/>
              <a:gd name="connsiteY18" fmla="*/ 0 h 6875770"/>
              <a:gd name="connsiteX19" fmla="*/ 2823558 w 5679347"/>
              <a:gd name="connsiteY19" fmla="*/ 0 h 6875770"/>
              <a:gd name="connsiteX20" fmla="*/ 2823558 w 5679347"/>
              <a:gd name="connsiteY20" fmla="*/ 3416853 h 6875770"/>
              <a:gd name="connsiteX21" fmla="*/ 1427894 w 5679347"/>
              <a:gd name="connsiteY21" fmla="*/ 3416853 h 6875770"/>
              <a:gd name="connsiteX22" fmla="*/ 0 w 5679347"/>
              <a:gd name="connsiteY22" fmla="*/ 0 h 6875770"/>
              <a:gd name="connsiteX23" fmla="*/ 1395664 w 5679347"/>
              <a:gd name="connsiteY23" fmla="*/ 0 h 6875770"/>
              <a:gd name="connsiteX24" fmla="*/ 1395664 w 5679347"/>
              <a:gd name="connsiteY24" fmla="*/ 5433680 h 6875770"/>
              <a:gd name="connsiteX25" fmla="*/ 727933 w 5679347"/>
              <a:gd name="connsiteY25" fmla="*/ 5433680 h 6875770"/>
              <a:gd name="connsiteX26" fmla="*/ 581236 w 5679347"/>
              <a:gd name="connsiteY26" fmla="*/ 5418892 h 6875770"/>
              <a:gd name="connsiteX27" fmla="*/ 0 w 5679347"/>
              <a:gd name="connsiteY27" fmla="*/ 4705739 h 6875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679347" h="6875770">
                <a:moveTo>
                  <a:pt x="2855788" y="3447486"/>
                </a:moveTo>
                <a:lnTo>
                  <a:pt x="4251452" y="3447486"/>
                </a:lnTo>
                <a:lnTo>
                  <a:pt x="4251452" y="6864339"/>
                </a:lnTo>
                <a:lnTo>
                  <a:pt x="2855788" y="6864339"/>
                </a:lnTo>
                <a:close/>
                <a:moveTo>
                  <a:pt x="1427894" y="3447486"/>
                </a:moveTo>
                <a:lnTo>
                  <a:pt x="2823558" y="3447486"/>
                </a:lnTo>
                <a:lnTo>
                  <a:pt x="2823558" y="6864339"/>
                </a:lnTo>
                <a:lnTo>
                  <a:pt x="1427894" y="6864339"/>
                </a:lnTo>
                <a:close/>
                <a:moveTo>
                  <a:pt x="4283683" y="1442090"/>
                </a:moveTo>
                <a:lnTo>
                  <a:pt x="5001917" y="1442090"/>
                </a:lnTo>
                <a:lnTo>
                  <a:pt x="5098111" y="1451787"/>
                </a:lnTo>
                <a:cubicBezTo>
                  <a:pt x="5429822" y="1519665"/>
                  <a:pt x="5679347" y="1813163"/>
                  <a:pt x="5679347" y="2164940"/>
                </a:cubicBezTo>
                <a:lnTo>
                  <a:pt x="5679347" y="6875770"/>
                </a:lnTo>
                <a:lnTo>
                  <a:pt x="4283683" y="6875770"/>
                </a:lnTo>
                <a:close/>
                <a:moveTo>
                  <a:pt x="2855788" y="0"/>
                </a:moveTo>
                <a:lnTo>
                  <a:pt x="4251452" y="0"/>
                </a:lnTo>
                <a:lnTo>
                  <a:pt x="4251452" y="3416853"/>
                </a:lnTo>
                <a:lnTo>
                  <a:pt x="2855788" y="3416853"/>
                </a:lnTo>
                <a:close/>
                <a:moveTo>
                  <a:pt x="1427894" y="0"/>
                </a:moveTo>
                <a:lnTo>
                  <a:pt x="2823558" y="0"/>
                </a:lnTo>
                <a:lnTo>
                  <a:pt x="2823558" y="3416853"/>
                </a:lnTo>
                <a:lnTo>
                  <a:pt x="1427894" y="3416853"/>
                </a:lnTo>
                <a:close/>
                <a:moveTo>
                  <a:pt x="0" y="0"/>
                </a:moveTo>
                <a:lnTo>
                  <a:pt x="1395664" y="0"/>
                </a:lnTo>
                <a:lnTo>
                  <a:pt x="1395664" y="5433680"/>
                </a:lnTo>
                <a:lnTo>
                  <a:pt x="727933" y="5433680"/>
                </a:lnTo>
                <a:lnTo>
                  <a:pt x="581236" y="5418892"/>
                </a:lnTo>
                <a:cubicBezTo>
                  <a:pt x="249526" y="5351014"/>
                  <a:pt x="0" y="5057516"/>
                  <a:pt x="0" y="4705739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AA858DD-5732-D62C-5397-EBE1E9F3B2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20142DC-7CAA-D291-2AD5-EB9A2A176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E63FE10-3EE7-C466-9C34-9CB62B95E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83105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13277B1-D0ED-1F93-2B04-7EF3B163864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5431" y="190500"/>
            <a:ext cx="5777442" cy="3960876"/>
          </a:xfrm>
        </p:spPr>
        <p:txBody>
          <a:bodyPr anchor="b"/>
          <a:lstStyle>
            <a:lvl1pPr algn="l">
              <a:spcBef>
                <a:spcPts val="0"/>
              </a:spcBef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530B387-44F6-F673-C06B-5BE9725D9B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431" y="4253117"/>
            <a:ext cx="5779314" cy="1174224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CFB4E9-DF6F-079B-673E-93FD784A7E5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5431" y="5739518"/>
            <a:ext cx="1738083" cy="2743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995CACC6-5EE3-524B-F9DF-9D1D8C066A5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12653" y="0"/>
            <a:ext cx="5679347" cy="6875770"/>
          </a:xfrm>
          <a:custGeom>
            <a:avLst/>
            <a:gdLst>
              <a:gd name="connsiteX0" fmla="*/ 2855788 w 5679347"/>
              <a:gd name="connsiteY0" fmla="*/ 3447486 h 6875770"/>
              <a:gd name="connsiteX1" fmla="*/ 4251452 w 5679347"/>
              <a:gd name="connsiteY1" fmla="*/ 3447486 h 6875770"/>
              <a:gd name="connsiteX2" fmla="*/ 4251452 w 5679347"/>
              <a:gd name="connsiteY2" fmla="*/ 6864339 h 6875770"/>
              <a:gd name="connsiteX3" fmla="*/ 2855788 w 5679347"/>
              <a:gd name="connsiteY3" fmla="*/ 6864339 h 6875770"/>
              <a:gd name="connsiteX4" fmla="*/ 1427894 w 5679347"/>
              <a:gd name="connsiteY4" fmla="*/ 3447486 h 6875770"/>
              <a:gd name="connsiteX5" fmla="*/ 2823558 w 5679347"/>
              <a:gd name="connsiteY5" fmla="*/ 3447486 h 6875770"/>
              <a:gd name="connsiteX6" fmla="*/ 2823558 w 5679347"/>
              <a:gd name="connsiteY6" fmla="*/ 6864339 h 6875770"/>
              <a:gd name="connsiteX7" fmla="*/ 1427894 w 5679347"/>
              <a:gd name="connsiteY7" fmla="*/ 6864339 h 6875770"/>
              <a:gd name="connsiteX8" fmla="*/ 4283683 w 5679347"/>
              <a:gd name="connsiteY8" fmla="*/ 1442090 h 6875770"/>
              <a:gd name="connsiteX9" fmla="*/ 5001917 w 5679347"/>
              <a:gd name="connsiteY9" fmla="*/ 1442090 h 6875770"/>
              <a:gd name="connsiteX10" fmla="*/ 5098111 w 5679347"/>
              <a:gd name="connsiteY10" fmla="*/ 1451787 h 6875770"/>
              <a:gd name="connsiteX11" fmla="*/ 5679347 w 5679347"/>
              <a:gd name="connsiteY11" fmla="*/ 2164940 h 6875770"/>
              <a:gd name="connsiteX12" fmla="*/ 5679347 w 5679347"/>
              <a:gd name="connsiteY12" fmla="*/ 6875770 h 6875770"/>
              <a:gd name="connsiteX13" fmla="*/ 4283683 w 5679347"/>
              <a:gd name="connsiteY13" fmla="*/ 6875770 h 6875770"/>
              <a:gd name="connsiteX14" fmla="*/ 2855788 w 5679347"/>
              <a:gd name="connsiteY14" fmla="*/ 0 h 6875770"/>
              <a:gd name="connsiteX15" fmla="*/ 4251452 w 5679347"/>
              <a:gd name="connsiteY15" fmla="*/ 0 h 6875770"/>
              <a:gd name="connsiteX16" fmla="*/ 4251452 w 5679347"/>
              <a:gd name="connsiteY16" fmla="*/ 3416853 h 6875770"/>
              <a:gd name="connsiteX17" fmla="*/ 2855788 w 5679347"/>
              <a:gd name="connsiteY17" fmla="*/ 3416853 h 6875770"/>
              <a:gd name="connsiteX18" fmla="*/ 1427894 w 5679347"/>
              <a:gd name="connsiteY18" fmla="*/ 0 h 6875770"/>
              <a:gd name="connsiteX19" fmla="*/ 2823558 w 5679347"/>
              <a:gd name="connsiteY19" fmla="*/ 0 h 6875770"/>
              <a:gd name="connsiteX20" fmla="*/ 2823558 w 5679347"/>
              <a:gd name="connsiteY20" fmla="*/ 3416853 h 6875770"/>
              <a:gd name="connsiteX21" fmla="*/ 1427894 w 5679347"/>
              <a:gd name="connsiteY21" fmla="*/ 3416853 h 6875770"/>
              <a:gd name="connsiteX22" fmla="*/ 0 w 5679347"/>
              <a:gd name="connsiteY22" fmla="*/ 0 h 6875770"/>
              <a:gd name="connsiteX23" fmla="*/ 1395664 w 5679347"/>
              <a:gd name="connsiteY23" fmla="*/ 0 h 6875770"/>
              <a:gd name="connsiteX24" fmla="*/ 1395664 w 5679347"/>
              <a:gd name="connsiteY24" fmla="*/ 5433680 h 6875770"/>
              <a:gd name="connsiteX25" fmla="*/ 727933 w 5679347"/>
              <a:gd name="connsiteY25" fmla="*/ 5433680 h 6875770"/>
              <a:gd name="connsiteX26" fmla="*/ 581236 w 5679347"/>
              <a:gd name="connsiteY26" fmla="*/ 5418892 h 6875770"/>
              <a:gd name="connsiteX27" fmla="*/ 0 w 5679347"/>
              <a:gd name="connsiteY27" fmla="*/ 4705739 h 6875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679347" h="6875770">
                <a:moveTo>
                  <a:pt x="2855788" y="3447486"/>
                </a:moveTo>
                <a:lnTo>
                  <a:pt x="4251452" y="3447486"/>
                </a:lnTo>
                <a:lnTo>
                  <a:pt x="4251452" y="6864339"/>
                </a:lnTo>
                <a:lnTo>
                  <a:pt x="2855788" y="6864339"/>
                </a:lnTo>
                <a:close/>
                <a:moveTo>
                  <a:pt x="1427894" y="3447486"/>
                </a:moveTo>
                <a:lnTo>
                  <a:pt x="2823558" y="3447486"/>
                </a:lnTo>
                <a:lnTo>
                  <a:pt x="2823558" y="6864339"/>
                </a:lnTo>
                <a:lnTo>
                  <a:pt x="1427894" y="6864339"/>
                </a:lnTo>
                <a:close/>
                <a:moveTo>
                  <a:pt x="4283683" y="1442090"/>
                </a:moveTo>
                <a:lnTo>
                  <a:pt x="5001917" y="1442090"/>
                </a:lnTo>
                <a:lnTo>
                  <a:pt x="5098111" y="1451787"/>
                </a:lnTo>
                <a:cubicBezTo>
                  <a:pt x="5429822" y="1519665"/>
                  <a:pt x="5679347" y="1813163"/>
                  <a:pt x="5679347" y="2164940"/>
                </a:cubicBezTo>
                <a:lnTo>
                  <a:pt x="5679347" y="6875770"/>
                </a:lnTo>
                <a:lnTo>
                  <a:pt x="4283683" y="6875770"/>
                </a:lnTo>
                <a:close/>
                <a:moveTo>
                  <a:pt x="2855788" y="0"/>
                </a:moveTo>
                <a:lnTo>
                  <a:pt x="4251452" y="0"/>
                </a:lnTo>
                <a:lnTo>
                  <a:pt x="4251452" y="3416853"/>
                </a:lnTo>
                <a:lnTo>
                  <a:pt x="2855788" y="3416853"/>
                </a:lnTo>
                <a:close/>
                <a:moveTo>
                  <a:pt x="1427894" y="0"/>
                </a:moveTo>
                <a:lnTo>
                  <a:pt x="2823558" y="0"/>
                </a:lnTo>
                <a:lnTo>
                  <a:pt x="2823558" y="3416853"/>
                </a:lnTo>
                <a:lnTo>
                  <a:pt x="1427894" y="3416853"/>
                </a:lnTo>
                <a:close/>
                <a:moveTo>
                  <a:pt x="0" y="0"/>
                </a:moveTo>
                <a:lnTo>
                  <a:pt x="1395664" y="0"/>
                </a:lnTo>
                <a:lnTo>
                  <a:pt x="1395664" y="5433680"/>
                </a:lnTo>
                <a:lnTo>
                  <a:pt x="727933" y="5433680"/>
                </a:lnTo>
                <a:lnTo>
                  <a:pt x="581236" y="5418892"/>
                </a:lnTo>
                <a:cubicBezTo>
                  <a:pt x="249526" y="5351014"/>
                  <a:pt x="0" y="5057516"/>
                  <a:pt x="0" y="4705739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AA858DD-5732-D62C-5397-EBE1E9F3B2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20142DC-7CAA-D291-2AD5-EB9A2A176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E63FE10-3EE7-C466-9C34-9CB62B95E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47592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13277B1-D0ED-1F93-2B04-7EF3B163864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5431" y="190500"/>
            <a:ext cx="5777442" cy="3960876"/>
          </a:xfrm>
        </p:spPr>
        <p:txBody>
          <a:bodyPr anchor="b"/>
          <a:lstStyle>
            <a:lvl1pPr algn="l">
              <a:spcBef>
                <a:spcPts val="0"/>
              </a:spcBef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530B387-44F6-F673-C06B-5BE9725D9B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431" y="4253117"/>
            <a:ext cx="5779314" cy="1174224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CFB4E9-DF6F-079B-673E-93FD784A7E5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5431" y="5739518"/>
            <a:ext cx="1738083" cy="2743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995CACC6-5EE3-524B-F9DF-9D1D8C066A5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12653" y="0"/>
            <a:ext cx="5679347" cy="6875770"/>
          </a:xfrm>
          <a:custGeom>
            <a:avLst/>
            <a:gdLst>
              <a:gd name="connsiteX0" fmla="*/ 2855788 w 5679347"/>
              <a:gd name="connsiteY0" fmla="*/ 3447486 h 6875770"/>
              <a:gd name="connsiteX1" fmla="*/ 4251452 w 5679347"/>
              <a:gd name="connsiteY1" fmla="*/ 3447486 h 6875770"/>
              <a:gd name="connsiteX2" fmla="*/ 4251452 w 5679347"/>
              <a:gd name="connsiteY2" fmla="*/ 6864339 h 6875770"/>
              <a:gd name="connsiteX3" fmla="*/ 2855788 w 5679347"/>
              <a:gd name="connsiteY3" fmla="*/ 6864339 h 6875770"/>
              <a:gd name="connsiteX4" fmla="*/ 1427894 w 5679347"/>
              <a:gd name="connsiteY4" fmla="*/ 3447486 h 6875770"/>
              <a:gd name="connsiteX5" fmla="*/ 2823558 w 5679347"/>
              <a:gd name="connsiteY5" fmla="*/ 3447486 h 6875770"/>
              <a:gd name="connsiteX6" fmla="*/ 2823558 w 5679347"/>
              <a:gd name="connsiteY6" fmla="*/ 6864339 h 6875770"/>
              <a:gd name="connsiteX7" fmla="*/ 1427894 w 5679347"/>
              <a:gd name="connsiteY7" fmla="*/ 6864339 h 6875770"/>
              <a:gd name="connsiteX8" fmla="*/ 4283683 w 5679347"/>
              <a:gd name="connsiteY8" fmla="*/ 1442090 h 6875770"/>
              <a:gd name="connsiteX9" fmla="*/ 5001917 w 5679347"/>
              <a:gd name="connsiteY9" fmla="*/ 1442090 h 6875770"/>
              <a:gd name="connsiteX10" fmla="*/ 5098111 w 5679347"/>
              <a:gd name="connsiteY10" fmla="*/ 1451787 h 6875770"/>
              <a:gd name="connsiteX11" fmla="*/ 5679347 w 5679347"/>
              <a:gd name="connsiteY11" fmla="*/ 2164940 h 6875770"/>
              <a:gd name="connsiteX12" fmla="*/ 5679347 w 5679347"/>
              <a:gd name="connsiteY12" fmla="*/ 6875770 h 6875770"/>
              <a:gd name="connsiteX13" fmla="*/ 4283683 w 5679347"/>
              <a:gd name="connsiteY13" fmla="*/ 6875770 h 6875770"/>
              <a:gd name="connsiteX14" fmla="*/ 2855788 w 5679347"/>
              <a:gd name="connsiteY14" fmla="*/ 0 h 6875770"/>
              <a:gd name="connsiteX15" fmla="*/ 4251452 w 5679347"/>
              <a:gd name="connsiteY15" fmla="*/ 0 h 6875770"/>
              <a:gd name="connsiteX16" fmla="*/ 4251452 w 5679347"/>
              <a:gd name="connsiteY16" fmla="*/ 3416853 h 6875770"/>
              <a:gd name="connsiteX17" fmla="*/ 2855788 w 5679347"/>
              <a:gd name="connsiteY17" fmla="*/ 3416853 h 6875770"/>
              <a:gd name="connsiteX18" fmla="*/ 1427894 w 5679347"/>
              <a:gd name="connsiteY18" fmla="*/ 0 h 6875770"/>
              <a:gd name="connsiteX19" fmla="*/ 2823558 w 5679347"/>
              <a:gd name="connsiteY19" fmla="*/ 0 h 6875770"/>
              <a:gd name="connsiteX20" fmla="*/ 2823558 w 5679347"/>
              <a:gd name="connsiteY20" fmla="*/ 3416853 h 6875770"/>
              <a:gd name="connsiteX21" fmla="*/ 1427894 w 5679347"/>
              <a:gd name="connsiteY21" fmla="*/ 3416853 h 6875770"/>
              <a:gd name="connsiteX22" fmla="*/ 0 w 5679347"/>
              <a:gd name="connsiteY22" fmla="*/ 0 h 6875770"/>
              <a:gd name="connsiteX23" fmla="*/ 1395664 w 5679347"/>
              <a:gd name="connsiteY23" fmla="*/ 0 h 6875770"/>
              <a:gd name="connsiteX24" fmla="*/ 1395664 w 5679347"/>
              <a:gd name="connsiteY24" fmla="*/ 5433680 h 6875770"/>
              <a:gd name="connsiteX25" fmla="*/ 727933 w 5679347"/>
              <a:gd name="connsiteY25" fmla="*/ 5433680 h 6875770"/>
              <a:gd name="connsiteX26" fmla="*/ 581236 w 5679347"/>
              <a:gd name="connsiteY26" fmla="*/ 5418892 h 6875770"/>
              <a:gd name="connsiteX27" fmla="*/ 0 w 5679347"/>
              <a:gd name="connsiteY27" fmla="*/ 4705739 h 6875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679347" h="6875770">
                <a:moveTo>
                  <a:pt x="2855788" y="3447486"/>
                </a:moveTo>
                <a:lnTo>
                  <a:pt x="4251452" y="3447486"/>
                </a:lnTo>
                <a:lnTo>
                  <a:pt x="4251452" y="6864339"/>
                </a:lnTo>
                <a:lnTo>
                  <a:pt x="2855788" y="6864339"/>
                </a:lnTo>
                <a:close/>
                <a:moveTo>
                  <a:pt x="1427894" y="3447486"/>
                </a:moveTo>
                <a:lnTo>
                  <a:pt x="2823558" y="3447486"/>
                </a:lnTo>
                <a:lnTo>
                  <a:pt x="2823558" y="6864339"/>
                </a:lnTo>
                <a:lnTo>
                  <a:pt x="1427894" y="6864339"/>
                </a:lnTo>
                <a:close/>
                <a:moveTo>
                  <a:pt x="4283683" y="1442090"/>
                </a:moveTo>
                <a:lnTo>
                  <a:pt x="5001917" y="1442090"/>
                </a:lnTo>
                <a:lnTo>
                  <a:pt x="5098111" y="1451787"/>
                </a:lnTo>
                <a:cubicBezTo>
                  <a:pt x="5429822" y="1519665"/>
                  <a:pt x="5679347" y="1813163"/>
                  <a:pt x="5679347" y="2164940"/>
                </a:cubicBezTo>
                <a:lnTo>
                  <a:pt x="5679347" y="6875770"/>
                </a:lnTo>
                <a:lnTo>
                  <a:pt x="4283683" y="6875770"/>
                </a:lnTo>
                <a:close/>
                <a:moveTo>
                  <a:pt x="2855788" y="0"/>
                </a:moveTo>
                <a:lnTo>
                  <a:pt x="4251452" y="0"/>
                </a:lnTo>
                <a:lnTo>
                  <a:pt x="4251452" y="3416853"/>
                </a:lnTo>
                <a:lnTo>
                  <a:pt x="2855788" y="3416853"/>
                </a:lnTo>
                <a:close/>
                <a:moveTo>
                  <a:pt x="1427894" y="0"/>
                </a:moveTo>
                <a:lnTo>
                  <a:pt x="2823558" y="0"/>
                </a:lnTo>
                <a:lnTo>
                  <a:pt x="2823558" y="3416853"/>
                </a:lnTo>
                <a:lnTo>
                  <a:pt x="1427894" y="3416853"/>
                </a:lnTo>
                <a:close/>
                <a:moveTo>
                  <a:pt x="0" y="0"/>
                </a:moveTo>
                <a:lnTo>
                  <a:pt x="1395664" y="0"/>
                </a:lnTo>
                <a:lnTo>
                  <a:pt x="1395664" y="5433680"/>
                </a:lnTo>
                <a:lnTo>
                  <a:pt x="727933" y="5433680"/>
                </a:lnTo>
                <a:lnTo>
                  <a:pt x="581236" y="5418892"/>
                </a:lnTo>
                <a:cubicBezTo>
                  <a:pt x="249526" y="5351014"/>
                  <a:pt x="0" y="5057516"/>
                  <a:pt x="0" y="4705739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AA858DD-5732-D62C-5397-EBE1E9F3B2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20142DC-7CAA-D291-2AD5-EB9A2A176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E63FE10-3EE7-C466-9C34-9CB62B95E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83105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64656150"/>
      </p:ext>
    </p:extLst>
  </p:cSld>
  <p:clrMapOvr>
    <a:masterClrMapping/>
  </p:clrMapOvr>
  <p:hf sldNum="0"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45206191"/>
      </p:ext>
    </p:extLst>
  </p:cSld>
  <p:clrMapOvr>
    <a:masterClrMapping/>
  </p:clrMapOvr>
  <p:hf sldNum="0"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5803770"/>
      </p:ext>
    </p:extLst>
  </p:cSld>
  <p:clrMapOvr>
    <a:masterClrMapping/>
  </p:clrMapOvr>
  <p:hf sldNum="0"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66373868"/>
      </p:ext>
    </p:extLst>
  </p:cSld>
  <p:clrMapOvr>
    <a:masterClrMapping/>
  </p:clrMapOvr>
  <p:hf sldNum="0"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07090175"/>
      </p:ext>
    </p:extLst>
  </p:cSld>
  <p:clrMapOvr>
    <a:masterClrMapping/>
  </p:clrMapOvr>
  <p:hf sldNum="0"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37217733"/>
      </p:ext>
    </p:extLst>
  </p:cSld>
  <p:clrMapOvr>
    <a:masterClrMapping/>
  </p:clrMapOvr>
  <p:hf sldNum="0"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0263484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53179400"/>
      </p:ext>
    </p:extLst>
  </p:cSld>
  <p:clrMapOvr>
    <a:masterClrMapping/>
  </p:clrMapOvr>
  <p:hf sldNum="0"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8" name="Straight Connector 31">
            <a:extLst>
              <a:ext uri="{FF2B5EF4-FFF2-40B4-BE49-F238E27FC236}">
                <a16:creationId xmlns:a16="http://schemas.microsoft.com/office/drawing/2014/main" id="{3444E946-F8F1-AF42-1B44-88D6E8D584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1" y="6667500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32">
            <a:extLst>
              <a:ext uri="{FF2B5EF4-FFF2-40B4-BE49-F238E27FC236}">
                <a16:creationId xmlns:a16="http://schemas.microsoft.com/office/drawing/2014/main" id="{1299BA1F-0E26-4E9C-F0B9-7188112D0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85319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489386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92790805"/>
      </p:ext>
    </p:extLst>
  </p:cSld>
  <p:clrMapOvr>
    <a:masterClrMapping/>
  </p:clrMapOvr>
  <p:hf sldNum="0"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14637683"/>
      </p:ext>
    </p:extLst>
  </p:cSld>
  <p:clrMapOvr>
    <a:masterClrMapping/>
  </p:clrMapOvr>
  <p:hf sldNum="0" hdr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41050373"/>
      </p:ext>
    </p:extLst>
  </p:cSld>
  <p:clrMapOvr>
    <a:masterClrMapping/>
  </p:clrMapOvr>
  <p:hf sldNum="0" hdr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19323402"/>
      </p:ext>
    </p:extLst>
  </p:cSld>
  <p:clrMapOvr>
    <a:masterClrMapping/>
  </p:clrMapOvr>
  <p:hf sldNum="0"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65387671"/>
      </p:ext>
    </p:extLst>
  </p:cSld>
  <p:clrMapOvr>
    <a:masterClrMapping/>
  </p:clrMapOvr>
  <p:hf sldNum="0" hdr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8713138"/>
      </p:ext>
    </p:extLst>
  </p:cSld>
  <p:clrMapOvr>
    <a:masterClrMapping/>
  </p:clrMapOvr>
  <p:hf sldNum="0" hdr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83034671"/>
      </p:ext>
    </p:extLst>
  </p:cSld>
  <p:clrMapOvr>
    <a:masterClrMapping/>
  </p:clrMapOvr>
  <p:hf sldNum="0" hdr="0" ft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90720548"/>
      </p:ext>
    </p:extLst>
  </p:cSld>
  <p:clrMapOvr>
    <a:masterClrMapping/>
  </p:clrMapOvr>
  <p:hf sldNum="0" hdr="0" ft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13277B1-D0ED-1F93-2B04-7EF3B163864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5431" y="190500"/>
            <a:ext cx="5777442" cy="3960876"/>
          </a:xfrm>
        </p:spPr>
        <p:txBody>
          <a:bodyPr anchor="b"/>
          <a:lstStyle>
            <a:lvl1pPr algn="l">
              <a:spcBef>
                <a:spcPts val="0"/>
              </a:spcBef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530B387-44F6-F673-C06B-5BE9725D9B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431" y="4253117"/>
            <a:ext cx="5779314" cy="1174224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CFB4E9-DF6F-079B-673E-93FD784A7E5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5431" y="5739518"/>
            <a:ext cx="1738083" cy="2743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995CACC6-5EE3-524B-F9DF-9D1D8C066A5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12653" y="0"/>
            <a:ext cx="5679347" cy="6875770"/>
          </a:xfrm>
          <a:custGeom>
            <a:avLst/>
            <a:gdLst>
              <a:gd name="connsiteX0" fmla="*/ 2855788 w 5679347"/>
              <a:gd name="connsiteY0" fmla="*/ 3447486 h 6875770"/>
              <a:gd name="connsiteX1" fmla="*/ 4251452 w 5679347"/>
              <a:gd name="connsiteY1" fmla="*/ 3447486 h 6875770"/>
              <a:gd name="connsiteX2" fmla="*/ 4251452 w 5679347"/>
              <a:gd name="connsiteY2" fmla="*/ 6864339 h 6875770"/>
              <a:gd name="connsiteX3" fmla="*/ 2855788 w 5679347"/>
              <a:gd name="connsiteY3" fmla="*/ 6864339 h 6875770"/>
              <a:gd name="connsiteX4" fmla="*/ 1427894 w 5679347"/>
              <a:gd name="connsiteY4" fmla="*/ 3447486 h 6875770"/>
              <a:gd name="connsiteX5" fmla="*/ 2823558 w 5679347"/>
              <a:gd name="connsiteY5" fmla="*/ 3447486 h 6875770"/>
              <a:gd name="connsiteX6" fmla="*/ 2823558 w 5679347"/>
              <a:gd name="connsiteY6" fmla="*/ 6864339 h 6875770"/>
              <a:gd name="connsiteX7" fmla="*/ 1427894 w 5679347"/>
              <a:gd name="connsiteY7" fmla="*/ 6864339 h 6875770"/>
              <a:gd name="connsiteX8" fmla="*/ 4283683 w 5679347"/>
              <a:gd name="connsiteY8" fmla="*/ 1442090 h 6875770"/>
              <a:gd name="connsiteX9" fmla="*/ 5001917 w 5679347"/>
              <a:gd name="connsiteY9" fmla="*/ 1442090 h 6875770"/>
              <a:gd name="connsiteX10" fmla="*/ 5098111 w 5679347"/>
              <a:gd name="connsiteY10" fmla="*/ 1451787 h 6875770"/>
              <a:gd name="connsiteX11" fmla="*/ 5679347 w 5679347"/>
              <a:gd name="connsiteY11" fmla="*/ 2164940 h 6875770"/>
              <a:gd name="connsiteX12" fmla="*/ 5679347 w 5679347"/>
              <a:gd name="connsiteY12" fmla="*/ 6875770 h 6875770"/>
              <a:gd name="connsiteX13" fmla="*/ 4283683 w 5679347"/>
              <a:gd name="connsiteY13" fmla="*/ 6875770 h 6875770"/>
              <a:gd name="connsiteX14" fmla="*/ 2855788 w 5679347"/>
              <a:gd name="connsiteY14" fmla="*/ 0 h 6875770"/>
              <a:gd name="connsiteX15" fmla="*/ 4251452 w 5679347"/>
              <a:gd name="connsiteY15" fmla="*/ 0 h 6875770"/>
              <a:gd name="connsiteX16" fmla="*/ 4251452 w 5679347"/>
              <a:gd name="connsiteY16" fmla="*/ 3416853 h 6875770"/>
              <a:gd name="connsiteX17" fmla="*/ 2855788 w 5679347"/>
              <a:gd name="connsiteY17" fmla="*/ 3416853 h 6875770"/>
              <a:gd name="connsiteX18" fmla="*/ 1427894 w 5679347"/>
              <a:gd name="connsiteY18" fmla="*/ 0 h 6875770"/>
              <a:gd name="connsiteX19" fmla="*/ 2823558 w 5679347"/>
              <a:gd name="connsiteY19" fmla="*/ 0 h 6875770"/>
              <a:gd name="connsiteX20" fmla="*/ 2823558 w 5679347"/>
              <a:gd name="connsiteY20" fmla="*/ 3416853 h 6875770"/>
              <a:gd name="connsiteX21" fmla="*/ 1427894 w 5679347"/>
              <a:gd name="connsiteY21" fmla="*/ 3416853 h 6875770"/>
              <a:gd name="connsiteX22" fmla="*/ 0 w 5679347"/>
              <a:gd name="connsiteY22" fmla="*/ 0 h 6875770"/>
              <a:gd name="connsiteX23" fmla="*/ 1395664 w 5679347"/>
              <a:gd name="connsiteY23" fmla="*/ 0 h 6875770"/>
              <a:gd name="connsiteX24" fmla="*/ 1395664 w 5679347"/>
              <a:gd name="connsiteY24" fmla="*/ 5433680 h 6875770"/>
              <a:gd name="connsiteX25" fmla="*/ 727933 w 5679347"/>
              <a:gd name="connsiteY25" fmla="*/ 5433680 h 6875770"/>
              <a:gd name="connsiteX26" fmla="*/ 581236 w 5679347"/>
              <a:gd name="connsiteY26" fmla="*/ 5418892 h 6875770"/>
              <a:gd name="connsiteX27" fmla="*/ 0 w 5679347"/>
              <a:gd name="connsiteY27" fmla="*/ 4705739 h 6875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679347" h="6875770">
                <a:moveTo>
                  <a:pt x="2855788" y="3447486"/>
                </a:moveTo>
                <a:lnTo>
                  <a:pt x="4251452" y="3447486"/>
                </a:lnTo>
                <a:lnTo>
                  <a:pt x="4251452" y="6864339"/>
                </a:lnTo>
                <a:lnTo>
                  <a:pt x="2855788" y="6864339"/>
                </a:lnTo>
                <a:close/>
                <a:moveTo>
                  <a:pt x="1427894" y="3447486"/>
                </a:moveTo>
                <a:lnTo>
                  <a:pt x="2823558" y="3447486"/>
                </a:lnTo>
                <a:lnTo>
                  <a:pt x="2823558" y="6864339"/>
                </a:lnTo>
                <a:lnTo>
                  <a:pt x="1427894" y="6864339"/>
                </a:lnTo>
                <a:close/>
                <a:moveTo>
                  <a:pt x="4283683" y="1442090"/>
                </a:moveTo>
                <a:lnTo>
                  <a:pt x="5001917" y="1442090"/>
                </a:lnTo>
                <a:lnTo>
                  <a:pt x="5098111" y="1451787"/>
                </a:lnTo>
                <a:cubicBezTo>
                  <a:pt x="5429822" y="1519665"/>
                  <a:pt x="5679347" y="1813163"/>
                  <a:pt x="5679347" y="2164940"/>
                </a:cubicBezTo>
                <a:lnTo>
                  <a:pt x="5679347" y="6875770"/>
                </a:lnTo>
                <a:lnTo>
                  <a:pt x="4283683" y="6875770"/>
                </a:lnTo>
                <a:close/>
                <a:moveTo>
                  <a:pt x="2855788" y="0"/>
                </a:moveTo>
                <a:lnTo>
                  <a:pt x="4251452" y="0"/>
                </a:lnTo>
                <a:lnTo>
                  <a:pt x="4251452" y="3416853"/>
                </a:lnTo>
                <a:lnTo>
                  <a:pt x="2855788" y="3416853"/>
                </a:lnTo>
                <a:close/>
                <a:moveTo>
                  <a:pt x="1427894" y="0"/>
                </a:moveTo>
                <a:lnTo>
                  <a:pt x="2823558" y="0"/>
                </a:lnTo>
                <a:lnTo>
                  <a:pt x="2823558" y="3416853"/>
                </a:lnTo>
                <a:lnTo>
                  <a:pt x="1427894" y="3416853"/>
                </a:lnTo>
                <a:close/>
                <a:moveTo>
                  <a:pt x="0" y="0"/>
                </a:moveTo>
                <a:lnTo>
                  <a:pt x="1395664" y="0"/>
                </a:lnTo>
                <a:lnTo>
                  <a:pt x="1395664" y="5433680"/>
                </a:lnTo>
                <a:lnTo>
                  <a:pt x="727933" y="5433680"/>
                </a:lnTo>
                <a:lnTo>
                  <a:pt x="581236" y="5418892"/>
                </a:lnTo>
                <a:cubicBezTo>
                  <a:pt x="249526" y="5351014"/>
                  <a:pt x="0" y="5057516"/>
                  <a:pt x="0" y="4705739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AA858DD-5732-D62C-5397-EBE1E9F3B2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20142DC-7CAA-D291-2AD5-EB9A2A176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E63FE10-3EE7-C466-9C34-9CB62B95E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124899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, 5 Text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8">
            <a:extLst>
              <a:ext uri="{FF2B5EF4-FFF2-40B4-BE49-F238E27FC236}">
                <a16:creationId xmlns:a16="http://schemas.microsoft.com/office/drawing/2014/main" id="{D3B1BB6E-B06C-A17C-8C3E-79EABCBE4E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86779" y="2576993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7" name="Rectangle 40">
            <a:extLst>
              <a:ext uri="{FF2B5EF4-FFF2-40B4-BE49-F238E27FC236}">
                <a16:creationId xmlns:a16="http://schemas.microsoft.com/office/drawing/2014/main" id="{0731A7D4-E0B1-9EFC-60E9-55B28D5F0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86779" y="3726576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8" name="Rectangle 48">
            <a:extLst>
              <a:ext uri="{FF2B5EF4-FFF2-40B4-BE49-F238E27FC236}">
                <a16:creationId xmlns:a16="http://schemas.microsoft.com/office/drawing/2014/main" id="{F379DD77-5A9A-AFFB-A8F9-07D52E779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86779" y="4890570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20" name="Rectangle 89">
            <a:extLst>
              <a:ext uri="{FF2B5EF4-FFF2-40B4-BE49-F238E27FC236}">
                <a16:creationId xmlns:a16="http://schemas.microsoft.com/office/drawing/2014/main" id="{8D81854D-7A68-8152-BE67-C5FD9CA58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307406" y="2576993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9" name="Rectangle 81">
            <a:extLst>
              <a:ext uri="{FF2B5EF4-FFF2-40B4-BE49-F238E27FC236}">
                <a16:creationId xmlns:a16="http://schemas.microsoft.com/office/drawing/2014/main" id="{EA9BC805-8AC0-6973-6307-402D4873D2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307406" y="3726576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1915" y="1058974"/>
            <a:ext cx="7839200" cy="814279"/>
          </a:xfrm>
        </p:spPr>
        <p:txBody>
          <a:bodyPr lIns="0" tIns="0" rIns="0" bIns="0" anchor="b">
            <a:no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22A121-F74E-1DBB-F90E-9ECA5D2738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64941" y="2587692"/>
            <a:ext cx="511674" cy="444763"/>
          </a:xfrm>
        </p:spPr>
        <p:txBody>
          <a:bodyPr anchor="ctr"/>
          <a:lstStyle>
            <a:lvl1pPr marL="0" indent="0" algn="ctr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>
              <a:defRPr sz="1800">
                <a:latin typeface="+mj-lt"/>
              </a:defRPr>
            </a:lvl2pPr>
            <a:lvl3pPr>
              <a:defRPr sz="1800">
                <a:latin typeface="+mj-lt"/>
              </a:defRPr>
            </a:lvl3pPr>
            <a:lvl4pPr>
              <a:defRPr sz="1800">
                <a:latin typeface="+mj-lt"/>
              </a:defRPr>
            </a:lvl4pPr>
            <a:lvl5pPr>
              <a:defRPr sz="1800">
                <a:latin typeface="+mj-lt"/>
              </a:defRPr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41A28972-BB4A-9DE5-EC1C-17EC2CEC12C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22438" y="2255838"/>
            <a:ext cx="4381500" cy="1111250"/>
          </a:xfrm>
        </p:spPr>
        <p:txBody>
          <a:bodyPr anchor="ctr"/>
          <a:lstStyle>
            <a:lvl1pPr marL="0" indent="0">
              <a:lnSpc>
                <a:spcPct val="100000"/>
              </a:lnSpc>
              <a:buFontTx/>
              <a:buNone/>
              <a:defRPr sz="1800" b="1">
                <a:latin typeface="+mj-lt"/>
              </a:defRPr>
            </a:lvl1pPr>
            <a:lvl2pPr>
              <a:lnSpc>
                <a:spcPct val="100000"/>
              </a:lnSpc>
              <a:defRPr sz="1800" b="1"/>
            </a:lvl2pPr>
            <a:lvl3pPr>
              <a:lnSpc>
                <a:spcPct val="100000"/>
              </a:lnSpc>
              <a:defRPr sz="1800" b="1"/>
            </a:lvl3pPr>
            <a:lvl4pPr>
              <a:lnSpc>
                <a:spcPct val="100000"/>
              </a:lnSpc>
              <a:defRPr sz="1800" b="1"/>
            </a:lvl4pPr>
            <a:lvl5pPr>
              <a:lnSpc>
                <a:spcPct val="100000"/>
              </a:lnSpc>
              <a:defRPr sz="1800" b="1"/>
            </a:lvl5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1934284-00BE-576C-F2BA-050CD34490B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64941" y="3736734"/>
            <a:ext cx="511674" cy="444763"/>
          </a:xfrm>
        </p:spPr>
        <p:txBody>
          <a:bodyPr anchor="ctr"/>
          <a:lstStyle>
            <a:lvl1pPr marL="0" indent="0" algn="ctr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>
              <a:defRPr sz="1800">
                <a:latin typeface="+mj-lt"/>
              </a:defRPr>
            </a:lvl2pPr>
            <a:lvl3pPr>
              <a:defRPr sz="1800">
                <a:latin typeface="+mj-lt"/>
              </a:defRPr>
            </a:lvl3pPr>
            <a:lvl4pPr>
              <a:defRPr sz="1800">
                <a:latin typeface="+mj-lt"/>
              </a:defRPr>
            </a:lvl4pPr>
            <a:lvl5pPr>
              <a:defRPr sz="1800">
                <a:latin typeface="+mj-lt"/>
              </a:defRPr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2D4614F8-0641-9496-CFCF-28C79812257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722438" y="3409558"/>
            <a:ext cx="4381500" cy="1111250"/>
          </a:xfrm>
        </p:spPr>
        <p:txBody>
          <a:bodyPr anchor="ctr"/>
          <a:lstStyle>
            <a:lvl1pPr marL="0" indent="0">
              <a:lnSpc>
                <a:spcPct val="100000"/>
              </a:lnSpc>
              <a:buFontTx/>
              <a:buNone/>
              <a:defRPr sz="1800" b="1">
                <a:latin typeface="+mj-lt"/>
              </a:defRPr>
            </a:lvl1pPr>
            <a:lvl2pPr marL="457200" indent="0">
              <a:lnSpc>
                <a:spcPct val="100000"/>
              </a:lnSpc>
              <a:buFontTx/>
              <a:buNone/>
              <a:defRPr sz="1800" b="1"/>
            </a:lvl2pPr>
            <a:lvl3pPr marL="914400" indent="0">
              <a:lnSpc>
                <a:spcPct val="100000"/>
              </a:lnSpc>
              <a:buFontTx/>
              <a:buNone/>
              <a:defRPr sz="1800" b="1"/>
            </a:lvl3pPr>
            <a:lvl4pPr marL="1371600" indent="0">
              <a:lnSpc>
                <a:spcPct val="100000"/>
              </a:lnSpc>
              <a:buFontTx/>
              <a:buNone/>
              <a:defRPr sz="1800" b="1"/>
            </a:lvl4pPr>
            <a:lvl5pPr marL="1828800" indent="0">
              <a:lnSpc>
                <a:spcPct val="100000"/>
              </a:lnSpc>
              <a:buFontTx/>
              <a:buNone/>
              <a:defRPr sz="1800" b="1"/>
            </a:lvl5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104425C6-1E3A-2D07-F971-EA5DD926CB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64941" y="4888713"/>
            <a:ext cx="511674" cy="444763"/>
          </a:xfrm>
        </p:spPr>
        <p:txBody>
          <a:bodyPr anchor="ctr"/>
          <a:lstStyle>
            <a:lvl1pPr marL="0" indent="0" algn="ctr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>
              <a:defRPr sz="1800">
                <a:latin typeface="+mj-lt"/>
              </a:defRPr>
            </a:lvl2pPr>
            <a:lvl3pPr>
              <a:defRPr sz="1800">
                <a:latin typeface="+mj-lt"/>
              </a:defRPr>
            </a:lvl3pPr>
            <a:lvl4pPr>
              <a:defRPr sz="1800">
                <a:latin typeface="+mj-lt"/>
              </a:defRPr>
            </a:lvl4pPr>
            <a:lvl5pPr>
              <a:defRPr sz="1800">
                <a:latin typeface="+mj-lt"/>
              </a:defRPr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F10C586E-C370-0572-962A-51D7AD99CB1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722438" y="4563278"/>
            <a:ext cx="4381500" cy="1111250"/>
          </a:xfrm>
        </p:spPr>
        <p:txBody>
          <a:bodyPr anchor="ctr"/>
          <a:lstStyle>
            <a:lvl1pPr marL="0" indent="0">
              <a:lnSpc>
                <a:spcPct val="100000"/>
              </a:lnSpc>
              <a:buFontTx/>
              <a:buNone/>
              <a:defRPr sz="1800" b="1">
                <a:latin typeface="+mj-lt"/>
              </a:defRPr>
            </a:lvl1pPr>
            <a:lvl2pPr marL="457200" indent="0">
              <a:lnSpc>
                <a:spcPct val="100000"/>
              </a:lnSpc>
              <a:buFontTx/>
              <a:buNone/>
              <a:defRPr sz="1800" b="1"/>
            </a:lvl2pPr>
            <a:lvl3pPr marL="914400" indent="0">
              <a:lnSpc>
                <a:spcPct val="100000"/>
              </a:lnSpc>
              <a:buFontTx/>
              <a:buNone/>
              <a:defRPr sz="1800" b="1"/>
            </a:lvl3pPr>
            <a:lvl4pPr marL="1371600" indent="0">
              <a:lnSpc>
                <a:spcPct val="100000"/>
              </a:lnSpc>
              <a:buFontTx/>
              <a:buNone/>
              <a:defRPr sz="1800" b="1"/>
            </a:lvl4pPr>
            <a:lvl5pPr marL="1828800" indent="0">
              <a:lnSpc>
                <a:spcPct val="100000"/>
              </a:lnSpc>
              <a:buFontTx/>
              <a:buNone/>
              <a:defRPr sz="1800" b="1"/>
            </a:lvl5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676BF66F-CB64-BBEF-FBC9-3B4A250FF54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85543" y="2590187"/>
            <a:ext cx="511674" cy="444763"/>
          </a:xfrm>
        </p:spPr>
        <p:txBody>
          <a:bodyPr anchor="ctr"/>
          <a:lstStyle>
            <a:lvl1pPr marL="0" indent="0" algn="ctr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>
              <a:defRPr sz="1800">
                <a:latin typeface="+mj-lt"/>
              </a:defRPr>
            </a:lvl2pPr>
            <a:lvl3pPr>
              <a:defRPr sz="1800">
                <a:latin typeface="+mj-lt"/>
              </a:defRPr>
            </a:lvl3pPr>
            <a:lvl4pPr>
              <a:defRPr sz="1800">
                <a:latin typeface="+mj-lt"/>
              </a:defRPr>
            </a:lvl4pPr>
            <a:lvl5pPr>
              <a:defRPr sz="1800">
                <a:latin typeface="+mj-lt"/>
              </a:defRPr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15F872C-5958-E6E3-B049-C7D76BD6022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47318" y="2244289"/>
            <a:ext cx="4381500" cy="1111250"/>
          </a:xfrm>
        </p:spPr>
        <p:txBody>
          <a:bodyPr anchor="ctr"/>
          <a:lstStyle>
            <a:lvl1pPr marL="0" indent="0">
              <a:lnSpc>
                <a:spcPct val="100000"/>
              </a:lnSpc>
              <a:buFontTx/>
              <a:buNone/>
              <a:defRPr sz="1800" b="1">
                <a:latin typeface="+mj-lt"/>
              </a:defRPr>
            </a:lvl1pPr>
            <a:lvl2pPr marL="457200" indent="0">
              <a:lnSpc>
                <a:spcPct val="100000"/>
              </a:lnSpc>
              <a:buFontTx/>
              <a:buNone/>
              <a:defRPr sz="1800" b="1"/>
            </a:lvl2pPr>
            <a:lvl3pPr marL="914400" indent="0">
              <a:lnSpc>
                <a:spcPct val="100000"/>
              </a:lnSpc>
              <a:buFontTx/>
              <a:buNone/>
              <a:defRPr sz="1800" b="1"/>
            </a:lvl3pPr>
            <a:lvl4pPr marL="1371600" indent="0">
              <a:lnSpc>
                <a:spcPct val="100000"/>
              </a:lnSpc>
              <a:buFontTx/>
              <a:buNone/>
              <a:defRPr sz="1800" b="1"/>
            </a:lvl4pPr>
            <a:lvl5pPr marL="1828800" indent="0">
              <a:lnSpc>
                <a:spcPct val="100000"/>
              </a:lnSpc>
              <a:buFontTx/>
              <a:buNone/>
              <a:defRPr sz="1800" b="1"/>
            </a:lvl5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9563155-4732-CF95-38F9-9E62545CF20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85543" y="3736734"/>
            <a:ext cx="511674" cy="444763"/>
          </a:xfrm>
        </p:spPr>
        <p:txBody>
          <a:bodyPr anchor="ctr"/>
          <a:lstStyle>
            <a:lvl1pPr marL="0" indent="0" algn="ctr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>
              <a:defRPr sz="1800">
                <a:latin typeface="+mj-lt"/>
              </a:defRPr>
            </a:lvl2pPr>
            <a:lvl3pPr>
              <a:defRPr sz="1800">
                <a:latin typeface="+mj-lt"/>
              </a:defRPr>
            </a:lvl3pPr>
            <a:lvl4pPr>
              <a:defRPr sz="1800">
                <a:latin typeface="+mj-lt"/>
              </a:defRPr>
            </a:lvl4pPr>
            <a:lvl5pPr>
              <a:defRPr sz="1800">
                <a:latin typeface="+mj-lt"/>
              </a:defRPr>
            </a:lvl5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48632D52-9F72-E6F7-9843-8646F95B5FA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47318" y="3398009"/>
            <a:ext cx="4381500" cy="1111250"/>
          </a:xfrm>
        </p:spPr>
        <p:txBody>
          <a:bodyPr anchor="ctr"/>
          <a:lstStyle>
            <a:lvl1pPr marL="0" indent="0">
              <a:lnSpc>
                <a:spcPct val="100000"/>
              </a:lnSpc>
              <a:buFontTx/>
              <a:buNone/>
              <a:defRPr sz="1800" b="1">
                <a:latin typeface="+mj-lt"/>
              </a:defRPr>
            </a:lvl1pPr>
            <a:lvl2pPr marL="457200" indent="0">
              <a:lnSpc>
                <a:spcPct val="100000"/>
              </a:lnSpc>
              <a:buFontTx/>
              <a:buNone/>
              <a:defRPr sz="1800" b="1"/>
            </a:lvl2pPr>
            <a:lvl3pPr marL="914400" indent="0">
              <a:lnSpc>
                <a:spcPct val="100000"/>
              </a:lnSpc>
              <a:buFontTx/>
              <a:buNone/>
              <a:defRPr sz="1800" b="1"/>
            </a:lvl3pPr>
            <a:lvl4pPr marL="1371600" indent="0">
              <a:lnSpc>
                <a:spcPct val="100000"/>
              </a:lnSpc>
              <a:buFontTx/>
              <a:buNone/>
              <a:defRPr sz="1800" b="1"/>
            </a:lvl4pPr>
            <a:lvl5pPr marL="1828800" indent="0">
              <a:lnSpc>
                <a:spcPct val="100000"/>
              </a:lnSpc>
              <a:buFontTx/>
              <a:buNone/>
              <a:defRPr sz="1800" b="1"/>
            </a:lvl5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E8E960A-184B-47C0-C68F-43E1F03C64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4D0DFAE-ECB5-DB29-9C6B-1662CE0653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09268C7-DA35-8A6D-469A-DEC704288E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F0DBA6A-1CB5-96D5-F35C-B3AFB4AB3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5ED06C3-D451-CC0C-50D8-69D1AB872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193030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quence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004FD6E8-9410-CD68-AD6A-4F21B02BA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29250" y="1"/>
            <a:ext cx="1333500" cy="1046131"/>
          </a:xfrm>
          <a:custGeom>
            <a:avLst/>
            <a:gdLst>
              <a:gd name="connsiteX0" fmla="*/ 0 w 1333500"/>
              <a:gd name="connsiteY0" fmla="*/ 0 h 1046131"/>
              <a:gd name="connsiteX1" fmla="*/ 1333500 w 1333500"/>
              <a:gd name="connsiteY1" fmla="*/ 0 h 1046131"/>
              <a:gd name="connsiteX2" fmla="*/ 1333500 w 1333500"/>
              <a:gd name="connsiteY2" fmla="*/ 828110 h 1046131"/>
              <a:gd name="connsiteX3" fmla="*/ 1115479 w 1333500"/>
              <a:gd name="connsiteY3" fmla="*/ 1046131 h 1046131"/>
              <a:gd name="connsiteX4" fmla="*/ 218021 w 1333500"/>
              <a:gd name="connsiteY4" fmla="*/ 1046131 h 1046131"/>
              <a:gd name="connsiteX5" fmla="*/ 0 w 1333500"/>
              <a:gd name="connsiteY5" fmla="*/ 828110 h 1046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33500" h="1046131">
                <a:moveTo>
                  <a:pt x="0" y="0"/>
                </a:moveTo>
                <a:lnTo>
                  <a:pt x="1333500" y="0"/>
                </a:lnTo>
                <a:lnTo>
                  <a:pt x="1333500" y="828110"/>
                </a:lnTo>
                <a:cubicBezTo>
                  <a:pt x="1333500" y="948520"/>
                  <a:pt x="1235889" y="1046131"/>
                  <a:pt x="1115479" y="1046131"/>
                </a:cubicBezTo>
                <a:lnTo>
                  <a:pt x="218021" y="1046131"/>
                </a:lnTo>
                <a:cubicBezTo>
                  <a:pt x="97611" y="1046131"/>
                  <a:pt x="0" y="948520"/>
                  <a:pt x="0" y="82811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E0C08F07-3AD6-984D-4638-073B6C0B8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716587" y="165378"/>
            <a:ext cx="784225" cy="67310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92300" y="1028699"/>
            <a:ext cx="8432800" cy="3683001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92300" y="4876799"/>
            <a:ext cx="8432800" cy="1099109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0EA5083-CBDA-234C-ADF4-DE0F10961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B46CB32-AE1A-C161-F8AD-B5C4C197C0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DB321B52-8912-5727-807C-9B371A898A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349429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4-item Lis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41447"/>
            <a:ext cx="10504000" cy="1101394"/>
          </a:xfrm>
        </p:spPr>
        <p:txBody>
          <a:bodyPr/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D7EF3883-1825-BE98-6A0D-E5F37120BEC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79810" y="2486482"/>
            <a:ext cx="4338570" cy="739384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r">
              <a:lnSpc>
                <a:spcPct val="100000"/>
              </a:lnSpc>
              <a:defRPr sz="1800" b="1">
                <a:latin typeface="+mj-lt"/>
              </a:defRPr>
            </a:lvl2pPr>
            <a:lvl3pPr algn="r">
              <a:lnSpc>
                <a:spcPct val="100000"/>
              </a:lnSpc>
              <a:defRPr sz="1800" b="1">
                <a:latin typeface="+mj-lt"/>
              </a:defRPr>
            </a:lvl3pPr>
            <a:lvl4pPr algn="r">
              <a:lnSpc>
                <a:spcPct val="100000"/>
              </a:lnSpc>
              <a:defRPr sz="1800" b="1">
                <a:latin typeface="+mj-lt"/>
              </a:defRPr>
            </a:lvl4pPr>
            <a:lvl5pPr algn="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9B5B1545-4ACF-EE87-EB8A-9B9EA972A53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79812" y="3237946"/>
            <a:ext cx="4338568" cy="806939"/>
          </a:xfrm>
        </p:spPr>
        <p:txBody>
          <a:bodyPr anchor="t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356766D-F5E2-7904-2225-4694EA48833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179810" y="4181052"/>
            <a:ext cx="4338570" cy="739384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r">
              <a:lnSpc>
                <a:spcPct val="100000"/>
              </a:lnSpc>
              <a:defRPr sz="1800" b="1">
                <a:latin typeface="+mj-lt"/>
              </a:defRPr>
            </a:lvl2pPr>
            <a:lvl3pPr algn="r">
              <a:lnSpc>
                <a:spcPct val="100000"/>
              </a:lnSpc>
              <a:defRPr sz="1800" b="1">
                <a:latin typeface="+mj-lt"/>
              </a:defRPr>
            </a:lvl3pPr>
            <a:lvl4pPr algn="r">
              <a:lnSpc>
                <a:spcPct val="100000"/>
              </a:lnSpc>
              <a:defRPr sz="1800" b="1">
                <a:latin typeface="+mj-lt"/>
              </a:defRPr>
            </a:lvl4pPr>
            <a:lvl5pPr algn="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47425909-B584-C128-E335-0223B010439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179812" y="4932516"/>
            <a:ext cx="4338568" cy="806939"/>
          </a:xfrm>
        </p:spPr>
        <p:txBody>
          <a:bodyPr anchor="t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FBF39DC5-6867-0012-C4D0-DEE4708FC8E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73618" y="2453583"/>
            <a:ext cx="4338570" cy="739384"/>
          </a:xfr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1B999FF2-3B3C-CAE5-8C40-0534622067F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73618" y="3205047"/>
            <a:ext cx="4338568" cy="806939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7278CD6C-407A-4526-79EE-4485678B97A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673618" y="4148153"/>
            <a:ext cx="4338570" cy="739384"/>
          </a:xfr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CAD15B38-6459-7007-6121-FBC970B5333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73618" y="4899617"/>
            <a:ext cx="4338568" cy="806939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D31E811-3CD5-0EFF-DE01-1A00973F08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29B724C-47BD-4F2A-3B9E-0708E9CC80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C7665F0-017D-E5C3-9424-10E68875DA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34" name="Straight Connector 31">
            <a:extLst>
              <a:ext uri="{FF2B5EF4-FFF2-40B4-BE49-F238E27FC236}">
                <a16:creationId xmlns:a16="http://schemas.microsoft.com/office/drawing/2014/main" id="{05921472-2B94-11CA-0EA0-AF6AEF589F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2">
            <a:extLst>
              <a:ext uri="{FF2B5EF4-FFF2-40B4-BE49-F238E27FC236}">
                <a16:creationId xmlns:a16="http://schemas.microsoft.com/office/drawing/2014/main" id="{03DC96CF-757E-BC05-38D0-8715C9F696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341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2">
            <a:extLst>
              <a:ext uri="{FF2B5EF4-FFF2-40B4-BE49-F238E27FC236}">
                <a16:creationId xmlns:a16="http://schemas.microsoft.com/office/drawing/2014/main" id="{237CA06D-1180-342A-AFB2-C32BF9EEB7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1">
            <a:extLst>
              <a:ext uri="{FF2B5EF4-FFF2-40B4-BE49-F238E27FC236}">
                <a16:creationId xmlns:a16="http://schemas.microsoft.com/office/drawing/2014/main" id="{62DA1D6D-422E-EEDA-8DC9-5C5EAC473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412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1840308-043D-3A53-DA0F-093E337CA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568068" y="4071131"/>
            <a:ext cx="90558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6E90AB7-76A7-3140-4836-F21F777202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2598756"/>
            <a:ext cx="0" cy="32720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716680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494314" cy="5194161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ADE26A1A-0C2E-AA4F-2BFD-2FC457BEE9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CE13558B-C550-D97A-0993-90E482774F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B01AD3E-A936-38B4-4A48-03DBD2461E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1" name="Straight Connector 31">
            <a:extLst>
              <a:ext uri="{FF2B5EF4-FFF2-40B4-BE49-F238E27FC236}">
                <a16:creationId xmlns:a16="http://schemas.microsoft.com/office/drawing/2014/main" id="{6F7CAE20-16AA-488D-A148-9F47CEF0D1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32">
            <a:extLst>
              <a:ext uri="{FF2B5EF4-FFF2-40B4-BE49-F238E27FC236}">
                <a16:creationId xmlns:a16="http://schemas.microsoft.com/office/drawing/2014/main" id="{11F815CC-EECB-FB5B-68C1-C48FC508C7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2">
            <a:extLst>
              <a:ext uri="{FF2B5EF4-FFF2-40B4-BE49-F238E27FC236}">
                <a16:creationId xmlns:a16="http://schemas.microsoft.com/office/drawing/2014/main" id="{EF9D6568-E832-17EE-6E8D-6D4F80BEF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341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31">
            <a:extLst>
              <a:ext uri="{FF2B5EF4-FFF2-40B4-BE49-F238E27FC236}">
                <a16:creationId xmlns:a16="http://schemas.microsoft.com/office/drawing/2014/main" id="{2EC9985A-8A31-E099-A519-A003E3B94C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412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0781B36D-31CE-2315-D28B-4F83E6A8691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25829" y="831919"/>
            <a:ext cx="6822170" cy="5194159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8380757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0439" y="1447057"/>
            <a:ext cx="5950364" cy="2033790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07F25448-0DAF-84AF-957A-8B7DD3CAE29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80440" y="3666843"/>
            <a:ext cx="5950361" cy="178144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F619FEFE-FA24-AF33-24CC-8CF8C2EA53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41163" y="1447057"/>
            <a:ext cx="4570398" cy="4001232"/>
          </a:xfrm>
          <a:custGeom>
            <a:avLst/>
            <a:gdLst>
              <a:gd name="connsiteX0" fmla="*/ 850828 w 4570398"/>
              <a:gd name="connsiteY0" fmla="*/ 0 h 4001232"/>
              <a:gd name="connsiteX1" fmla="*/ 4570398 w 4570398"/>
              <a:gd name="connsiteY1" fmla="*/ 0 h 4001232"/>
              <a:gd name="connsiteX2" fmla="*/ 4570398 w 4570398"/>
              <a:gd name="connsiteY2" fmla="*/ 4001232 h 4001232"/>
              <a:gd name="connsiteX3" fmla="*/ 0 w 4570398"/>
              <a:gd name="connsiteY3" fmla="*/ 4001232 h 4001232"/>
              <a:gd name="connsiteX4" fmla="*/ 0 w 4570398"/>
              <a:gd name="connsiteY4" fmla="*/ 850828 h 4001232"/>
              <a:gd name="connsiteX5" fmla="*/ 850828 w 4570398"/>
              <a:gd name="connsiteY5" fmla="*/ 0 h 4001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70398" h="4001232">
                <a:moveTo>
                  <a:pt x="850828" y="0"/>
                </a:moveTo>
                <a:lnTo>
                  <a:pt x="4570398" y="0"/>
                </a:lnTo>
                <a:lnTo>
                  <a:pt x="4570398" y="4001232"/>
                </a:lnTo>
                <a:lnTo>
                  <a:pt x="0" y="4001232"/>
                </a:lnTo>
                <a:lnTo>
                  <a:pt x="0" y="850828"/>
                </a:lnTo>
                <a:cubicBezTo>
                  <a:pt x="0" y="380929"/>
                  <a:pt x="380929" y="0"/>
                  <a:pt x="85082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4ABCDF30-736E-DDCD-8995-04081136DC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4DCB8639-0E62-F8EE-441C-1B7A70F4DE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1946413-27AA-1378-FE96-418D83493E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46" name="Straight Connector 31">
            <a:extLst>
              <a:ext uri="{FF2B5EF4-FFF2-40B4-BE49-F238E27FC236}">
                <a16:creationId xmlns:a16="http://schemas.microsoft.com/office/drawing/2014/main" id="{6E886974-A437-755C-8DD2-D1FAF1F4C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70087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32">
            <a:extLst>
              <a:ext uri="{FF2B5EF4-FFF2-40B4-BE49-F238E27FC236}">
                <a16:creationId xmlns:a16="http://schemas.microsoft.com/office/drawing/2014/main" id="{A9ECFDDC-497E-4477-382E-22B08D2D2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16934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983576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F416DC19-3EE2-3837-631A-80C6DAE26E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0439" y="1447057"/>
            <a:ext cx="5950364" cy="2033790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DFD5174A-D175-9F7D-91D2-BF215C7FAC7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60401" y="3629901"/>
            <a:ext cx="5970402" cy="181837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25" name="Freeform: Shape 23">
            <a:extLst>
              <a:ext uri="{FF2B5EF4-FFF2-40B4-BE49-F238E27FC236}">
                <a16:creationId xmlns:a16="http://schemas.microsoft.com/office/drawing/2014/main" id="{89FDD3A7-399A-2E72-FF25-BF24500FF67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41163" y="1447057"/>
            <a:ext cx="4570398" cy="4001232"/>
          </a:xfrm>
          <a:custGeom>
            <a:avLst/>
            <a:gdLst>
              <a:gd name="connsiteX0" fmla="*/ 850828 w 4570398"/>
              <a:gd name="connsiteY0" fmla="*/ 0 h 4001232"/>
              <a:gd name="connsiteX1" fmla="*/ 4570398 w 4570398"/>
              <a:gd name="connsiteY1" fmla="*/ 0 h 4001232"/>
              <a:gd name="connsiteX2" fmla="*/ 4570398 w 4570398"/>
              <a:gd name="connsiteY2" fmla="*/ 4001232 h 4001232"/>
              <a:gd name="connsiteX3" fmla="*/ 0 w 4570398"/>
              <a:gd name="connsiteY3" fmla="*/ 4001232 h 4001232"/>
              <a:gd name="connsiteX4" fmla="*/ 0 w 4570398"/>
              <a:gd name="connsiteY4" fmla="*/ 850828 h 4001232"/>
              <a:gd name="connsiteX5" fmla="*/ 850828 w 4570398"/>
              <a:gd name="connsiteY5" fmla="*/ 0 h 4001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70398" h="4001232">
                <a:moveTo>
                  <a:pt x="850828" y="0"/>
                </a:moveTo>
                <a:lnTo>
                  <a:pt x="4570398" y="0"/>
                </a:lnTo>
                <a:lnTo>
                  <a:pt x="4570398" y="4001232"/>
                </a:lnTo>
                <a:lnTo>
                  <a:pt x="0" y="4001232"/>
                </a:lnTo>
                <a:lnTo>
                  <a:pt x="0" y="850828"/>
                </a:lnTo>
                <a:cubicBezTo>
                  <a:pt x="0" y="380929"/>
                  <a:pt x="380929" y="0"/>
                  <a:pt x="85082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CF167BF-3D71-20AF-2E69-EA5752A6EF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C953D09-438D-5340-80C3-D1668C25A4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1737F91-61A6-9573-FAEE-32AB394D0B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22" name="Straight Connector 32">
            <a:extLst>
              <a:ext uri="{FF2B5EF4-FFF2-40B4-BE49-F238E27FC236}">
                <a16:creationId xmlns:a16="http://schemas.microsoft.com/office/drawing/2014/main" id="{143CB0A4-DCC7-ECD1-D1DC-7A37717979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341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31">
            <a:extLst>
              <a:ext uri="{FF2B5EF4-FFF2-40B4-BE49-F238E27FC236}">
                <a16:creationId xmlns:a16="http://schemas.microsoft.com/office/drawing/2014/main" id="{A52A0D3B-29E2-5893-0F38-FC610A31D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412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280346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4-item List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94" y="664753"/>
            <a:ext cx="10404806" cy="1336218"/>
          </a:xfrm>
        </p:spPr>
        <p:txBody>
          <a:bodyPr/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A28BEF0A-3979-E72C-A4EE-5F1F637674D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38153" y="2421470"/>
            <a:ext cx="2136022" cy="1161167"/>
          </a:xfr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ctr">
              <a:lnSpc>
                <a:spcPct val="100000"/>
              </a:lnSpc>
              <a:defRPr sz="1800" b="1">
                <a:latin typeface="+mj-lt"/>
              </a:defRPr>
            </a:lvl2pPr>
            <a:lvl3pPr algn="ctr">
              <a:lnSpc>
                <a:spcPct val="100000"/>
              </a:lnSpc>
              <a:defRPr sz="1800" b="1">
                <a:latin typeface="+mj-lt"/>
              </a:defRPr>
            </a:lvl3pPr>
            <a:lvl4pPr algn="ctr">
              <a:lnSpc>
                <a:spcPct val="100000"/>
              </a:lnSpc>
              <a:defRPr sz="1800" b="1">
                <a:latin typeface="+mj-lt"/>
              </a:defRPr>
            </a:lvl4pPr>
            <a:lvl5pPr algn="ct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420A46D8-C1DF-89B6-4A51-7FEB6D1AB11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38153" y="3799384"/>
            <a:ext cx="2129153" cy="1574154"/>
          </a:xfrm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2pPr>
            <a:lvl3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2558D232-6427-2E85-B213-F223738026B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679357" y="2433696"/>
            <a:ext cx="2136022" cy="1161167"/>
          </a:xfr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ctr">
              <a:lnSpc>
                <a:spcPct val="100000"/>
              </a:lnSpc>
              <a:defRPr sz="1800" b="1">
                <a:latin typeface="+mj-lt"/>
              </a:defRPr>
            </a:lvl2pPr>
            <a:lvl3pPr algn="ctr">
              <a:lnSpc>
                <a:spcPct val="100000"/>
              </a:lnSpc>
              <a:defRPr sz="1800" b="1">
                <a:latin typeface="+mj-lt"/>
              </a:defRPr>
            </a:lvl3pPr>
            <a:lvl4pPr algn="ctr">
              <a:lnSpc>
                <a:spcPct val="100000"/>
              </a:lnSpc>
              <a:defRPr sz="1800" b="1">
                <a:latin typeface="+mj-lt"/>
              </a:defRPr>
            </a:lvl4pPr>
            <a:lvl5pPr algn="ct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0645D0BC-A9DA-E12F-8E3A-D92E84DFAE4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679357" y="3805737"/>
            <a:ext cx="2129153" cy="1574154"/>
          </a:xfrm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2pPr>
            <a:lvl3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C29BC67B-8DB8-ED49-A71F-203D191FFC6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421374" y="2433696"/>
            <a:ext cx="2136022" cy="1161167"/>
          </a:xfr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ctr">
              <a:lnSpc>
                <a:spcPct val="100000"/>
              </a:lnSpc>
              <a:defRPr sz="1800" b="1">
                <a:latin typeface="+mj-lt"/>
              </a:defRPr>
            </a:lvl2pPr>
            <a:lvl3pPr algn="ctr">
              <a:lnSpc>
                <a:spcPct val="100000"/>
              </a:lnSpc>
              <a:defRPr sz="1800" b="1">
                <a:latin typeface="+mj-lt"/>
              </a:defRPr>
            </a:lvl3pPr>
            <a:lvl4pPr algn="ctr">
              <a:lnSpc>
                <a:spcPct val="100000"/>
              </a:lnSpc>
              <a:defRPr sz="1800" b="1">
                <a:latin typeface="+mj-lt"/>
              </a:defRPr>
            </a:lvl4pPr>
            <a:lvl5pPr algn="ct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5A65D9FC-079A-41A1-AD63-4FC557FAFE4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21374" y="3799384"/>
            <a:ext cx="2129153" cy="1574154"/>
          </a:xfrm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2pPr>
            <a:lvl3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35C612D0-E6BA-201C-B813-2AF097C445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163391" y="2433696"/>
            <a:ext cx="2136022" cy="1161167"/>
          </a:xfr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ctr">
              <a:lnSpc>
                <a:spcPct val="100000"/>
              </a:lnSpc>
              <a:defRPr sz="1800" b="1">
                <a:latin typeface="+mj-lt"/>
              </a:defRPr>
            </a:lvl2pPr>
            <a:lvl3pPr algn="ctr">
              <a:lnSpc>
                <a:spcPct val="100000"/>
              </a:lnSpc>
              <a:defRPr sz="1800" b="1">
                <a:latin typeface="+mj-lt"/>
              </a:defRPr>
            </a:lvl3pPr>
            <a:lvl4pPr algn="ctr">
              <a:lnSpc>
                <a:spcPct val="100000"/>
              </a:lnSpc>
              <a:defRPr sz="1800" b="1">
                <a:latin typeface="+mj-lt"/>
              </a:defRPr>
            </a:lvl4pPr>
            <a:lvl5pPr algn="ct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40A4EBF8-90AB-2AD7-7DE7-28533F6841D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163391" y="3799384"/>
            <a:ext cx="2129153" cy="1574154"/>
          </a:xfrm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2pPr>
            <a:lvl3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53E57881-0F22-B028-F6F5-D6CC95E7B6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9CDC47F-058C-1544-C172-0CF7FD50F2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013B132-4B65-6444-B551-EFCA3C00F5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7" name="Straight Connector 31">
            <a:extLst>
              <a:ext uri="{FF2B5EF4-FFF2-40B4-BE49-F238E27FC236}">
                <a16:creationId xmlns:a16="http://schemas.microsoft.com/office/drawing/2014/main" id="{9737AD9D-036B-D686-E1F7-D96BA9CE4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32">
            <a:extLst>
              <a:ext uri="{FF2B5EF4-FFF2-40B4-BE49-F238E27FC236}">
                <a16:creationId xmlns:a16="http://schemas.microsoft.com/office/drawing/2014/main" id="{31C53475-91B5-C2EE-3B43-0929FF081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32">
            <a:extLst>
              <a:ext uri="{FF2B5EF4-FFF2-40B4-BE49-F238E27FC236}">
                <a16:creationId xmlns:a16="http://schemas.microsoft.com/office/drawing/2014/main" id="{9DD4FCC2-EFD7-465D-BCEC-F58C8C8793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341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31">
            <a:extLst>
              <a:ext uri="{FF2B5EF4-FFF2-40B4-BE49-F238E27FC236}">
                <a16:creationId xmlns:a16="http://schemas.microsoft.com/office/drawing/2014/main" id="{CC192184-488F-FD72-3C76-41CA9EA4F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412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4">
            <a:extLst>
              <a:ext uri="{FF2B5EF4-FFF2-40B4-BE49-F238E27FC236}">
                <a16:creationId xmlns:a16="http://schemas.microsoft.com/office/drawing/2014/main" id="{5842CD27-CDAB-FAF1-4CE8-A5000A356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77173" y="2421470"/>
            <a:ext cx="0" cy="3162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15">
            <a:extLst>
              <a:ext uri="{FF2B5EF4-FFF2-40B4-BE49-F238E27FC236}">
                <a16:creationId xmlns:a16="http://schemas.microsoft.com/office/drawing/2014/main" id="{935411DC-B457-41AD-D330-F241093DB0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119191" y="2421470"/>
            <a:ext cx="0" cy="3162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16">
            <a:extLst>
              <a:ext uri="{FF2B5EF4-FFF2-40B4-BE49-F238E27FC236}">
                <a16:creationId xmlns:a16="http://schemas.microsoft.com/office/drawing/2014/main" id="{792ABE52-35D0-6CC6-55AA-1493BF6FB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861209" y="2421470"/>
            <a:ext cx="0" cy="3162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121127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losing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DA82AABF-6C46-C7AD-A4C0-E45FB61940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4015" y="1597866"/>
            <a:ext cx="9758710" cy="357025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ctr">
              <a:defRPr sz="60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CB038B6-4602-D699-13D8-B547493FEF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2F764CB-3F63-304F-B1A6-306F5B1505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2152872-FA9B-0540-760C-C649EEBA0B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37" name="Straight Connector 31">
            <a:extLst>
              <a:ext uri="{FF2B5EF4-FFF2-40B4-BE49-F238E27FC236}">
                <a16:creationId xmlns:a16="http://schemas.microsoft.com/office/drawing/2014/main" id="{9E7F9F25-6C66-45A9-994C-15E946ED2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26102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2">
            <a:extLst>
              <a:ext uri="{FF2B5EF4-FFF2-40B4-BE49-F238E27FC236}">
                <a16:creationId xmlns:a16="http://schemas.microsoft.com/office/drawing/2014/main" id="{A37C7A4F-3518-6695-ED4C-3D6F39E82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5853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163615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7128F4A2-EE01-4CBA-242B-892F9376B8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583" y="383156"/>
            <a:ext cx="10865317" cy="3768220"/>
          </a:xfrm>
        </p:spPr>
        <p:txBody>
          <a:bodyPr anchor="b"/>
          <a:lstStyle>
            <a:lvl1pPr algn="l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06F3E6C8-C3BA-6487-EC36-6942C4DAAA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3583" y="4253117"/>
            <a:ext cx="10865317" cy="1174224"/>
          </a:xfrm>
        </p:spPr>
        <p:txBody>
          <a:bodyPr/>
          <a:lstStyle>
            <a:lvl1pPr marL="0" indent="0" algn="l"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02B64614-3490-74B5-758E-8582A71C07E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3583" y="5739518"/>
            <a:ext cx="1828800" cy="27432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41" name="Date Placeholder 3">
            <a:extLst>
              <a:ext uri="{FF2B5EF4-FFF2-40B4-BE49-F238E27FC236}">
                <a16:creationId xmlns:a16="http://schemas.microsoft.com/office/drawing/2014/main" id="{1B0611EC-60B3-4B52-5BE8-A3E876EC97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42" name="Footer Placeholder 4">
            <a:extLst>
              <a:ext uri="{FF2B5EF4-FFF2-40B4-BE49-F238E27FC236}">
                <a16:creationId xmlns:a16="http://schemas.microsoft.com/office/drawing/2014/main" id="{13590703-55FF-F73B-5303-1591B4AED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43" name="Slide Number Placeholder 5">
            <a:extLst>
              <a:ext uri="{FF2B5EF4-FFF2-40B4-BE49-F238E27FC236}">
                <a16:creationId xmlns:a16="http://schemas.microsoft.com/office/drawing/2014/main" id="{7A28125E-23C5-98AD-F07E-1C566FF15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7" name="Straight Connector 31">
            <a:extLst>
              <a:ext uri="{FF2B5EF4-FFF2-40B4-BE49-F238E27FC236}">
                <a16:creationId xmlns:a16="http://schemas.microsoft.com/office/drawing/2014/main" id="{7D1D96DE-89C2-BD2A-B692-1F230A408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6667500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32">
            <a:extLst>
              <a:ext uri="{FF2B5EF4-FFF2-40B4-BE49-F238E27FC236}">
                <a16:creationId xmlns:a16="http://schemas.microsoft.com/office/drawing/2014/main" id="{13D87E77-30FE-04FB-AEB9-3EA6403692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854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80963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962B6FC0-CD1A-BD65-FEB7-E284C451FDF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740624" y="5739518"/>
            <a:ext cx="1828800" cy="274320"/>
          </a:xfrm>
        </p:spPr>
        <p:txBody>
          <a:bodyPr lIns="0" tIns="0" rIns="0" bIns="0">
            <a:noAutofit/>
          </a:bodyPr>
          <a:lstStyle>
            <a:lvl1pPr marL="0" indent="0" algn="r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27A418C-2617-BA69-B155-E2F7C513BF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7225" y="4253117"/>
            <a:ext cx="10912199" cy="1174224"/>
          </a:xfrm>
        </p:spPr>
        <p:txBody>
          <a:bodyPr/>
          <a:lstStyle>
            <a:lvl1pPr marL="0" indent="0" algn="r"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49CB64D-D719-084C-2B74-BFFBB84F6AA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7225" y="383156"/>
            <a:ext cx="10912199" cy="3768220"/>
          </a:xfrm>
        </p:spPr>
        <p:txBody>
          <a:bodyPr anchor="b"/>
          <a:lstStyle>
            <a:lvl1pPr algn="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AA6442EC-060A-D246-CC1B-D250262DD9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C3DCF65-6641-B724-7326-DD1DD9AC9E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DE701096-2A85-8EA8-A5EC-D38F540D6A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22" name="Straight Connector 32">
            <a:extLst>
              <a:ext uri="{FF2B5EF4-FFF2-40B4-BE49-F238E27FC236}">
                <a16:creationId xmlns:a16="http://schemas.microsoft.com/office/drawing/2014/main" id="{13D87E77-30FE-04FB-AEB9-3EA6403692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01897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31">
            <a:extLst>
              <a:ext uri="{FF2B5EF4-FFF2-40B4-BE49-F238E27FC236}">
                <a16:creationId xmlns:a16="http://schemas.microsoft.com/office/drawing/2014/main" id="{7D1D96DE-89C2-BD2A-B692-1F230A408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67500"/>
            <a:ext cx="1224246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91582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B506746-8C45-7F37-9AFA-B89A7E4B41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2600" y="258991"/>
            <a:ext cx="8667749" cy="3869961"/>
          </a:xfrm>
        </p:spPr>
        <p:txBody>
          <a:bodyPr anchor="b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1F45EC4-F660-165A-7E92-5E4D61FF29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2600" y="4253117"/>
            <a:ext cx="8667749" cy="1174224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BDC9E52-28EA-4972-BBAC-559097CE3A4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752600" y="5501906"/>
            <a:ext cx="1828800" cy="274320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05735AC1-FB26-8EA1-D027-17E089CC71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48419612-CEB2-94CD-7A31-DCA2B214A8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22EF214D-7620-1A42-7B18-3AB9F24AB6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20" name="Straight Connector 31">
            <a:extLst>
              <a:ext uri="{FF2B5EF4-FFF2-40B4-BE49-F238E27FC236}">
                <a16:creationId xmlns:a16="http://schemas.microsoft.com/office/drawing/2014/main" id="{5405B0AF-EA77-026D-D39C-F2BDC1C0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67500"/>
            <a:ext cx="1224246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32">
            <a:extLst>
              <a:ext uri="{FF2B5EF4-FFF2-40B4-BE49-F238E27FC236}">
                <a16:creationId xmlns:a16="http://schemas.microsoft.com/office/drawing/2014/main" id="{1A7CF60F-B95D-2C6B-49CD-826DAEBA8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01897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3101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37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BAFF9E1B-D277-3CD7-0505-70A3DF503C8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6571" y="3939701"/>
            <a:ext cx="11517086" cy="1424780"/>
          </a:xfrm>
        </p:spPr>
        <p:txBody>
          <a:bodyPr anchor="b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3C34CE9-1C8A-039B-8096-4B97AF95A7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6571" y="5387064"/>
            <a:ext cx="11517086" cy="43849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8BAD26A8-E2F7-88F3-1B9C-84798D9CA70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" y="0"/>
            <a:ext cx="12192001" cy="3771900"/>
          </a:xfrm>
          <a:custGeom>
            <a:avLst/>
            <a:gdLst>
              <a:gd name="connsiteX0" fmla="*/ 2060179 w 12192001"/>
              <a:gd name="connsiteY0" fmla="*/ 2536316 h 3771900"/>
              <a:gd name="connsiteX1" fmla="*/ 12192001 w 12192001"/>
              <a:gd name="connsiteY1" fmla="*/ 2536316 h 3771900"/>
              <a:gd name="connsiteX2" fmla="*/ 12192001 w 12192001"/>
              <a:gd name="connsiteY2" fmla="*/ 3771900 h 3771900"/>
              <a:gd name="connsiteX3" fmla="*/ 2060179 w 12192001"/>
              <a:gd name="connsiteY3" fmla="*/ 3771900 h 3771900"/>
              <a:gd name="connsiteX4" fmla="*/ 6112791 w 12192001"/>
              <a:gd name="connsiteY4" fmla="*/ 1262587 h 3771900"/>
              <a:gd name="connsiteX5" fmla="*/ 12192000 w 12192001"/>
              <a:gd name="connsiteY5" fmla="*/ 1262587 h 3771900"/>
              <a:gd name="connsiteX6" fmla="*/ 12192000 w 12192001"/>
              <a:gd name="connsiteY6" fmla="*/ 2498171 h 3771900"/>
              <a:gd name="connsiteX7" fmla="*/ 6112791 w 12192001"/>
              <a:gd name="connsiteY7" fmla="*/ 2498171 h 3771900"/>
              <a:gd name="connsiteX8" fmla="*/ 0 w 12192001"/>
              <a:gd name="connsiteY8" fmla="*/ 1262587 h 3771900"/>
              <a:gd name="connsiteX9" fmla="*/ 6079209 w 12192001"/>
              <a:gd name="connsiteY9" fmla="*/ 1262587 h 3771900"/>
              <a:gd name="connsiteX10" fmla="*/ 6079209 w 12192001"/>
              <a:gd name="connsiteY10" fmla="*/ 2498171 h 3771900"/>
              <a:gd name="connsiteX11" fmla="*/ 0 w 12192001"/>
              <a:gd name="connsiteY11" fmla="*/ 2498171 h 3771900"/>
              <a:gd name="connsiteX12" fmla="*/ 0 w 12192001"/>
              <a:gd name="connsiteY12" fmla="*/ 0 h 3771900"/>
              <a:gd name="connsiteX13" fmla="*/ 10131822 w 12192001"/>
              <a:gd name="connsiteY13" fmla="*/ 0 h 3771900"/>
              <a:gd name="connsiteX14" fmla="*/ 10131822 w 12192001"/>
              <a:gd name="connsiteY14" fmla="*/ 1235584 h 3771900"/>
              <a:gd name="connsiteX15" fmla="*/ 0 w 12192001"/>
              <a:gd name="connsiteY15" fmla="*/ 1235584 h 3771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1" h="3771900">
                <a:moveTo>
                  <a:pt x="2060179" y="2536316"/>
                </a:moveTo>
                <a:lnTo>
                  <a:pt x="12192001" y="2536316"/>
                </a:lnTo>
                <a:lnTo>
                  <a:pt x="12192001" y="3771900"/>
                </a:lnTo>
                <a:lnTo>
                  <a:pt x="2060179" y="3771900"/>
                </a:lnTo>
                <a:close/>
                <a:moveTo>
                  <a:pt x="6112791" y="1262587"/>
                </a:moveTo>
                <a:lnTo>
                  <a:pt x="12192000" y="1262587"/>
                </a:lnTo>
                <a:lnTo>
                  <a:pt x="12192000" y="2498171"/>
                </a:lnTo>
                <a:lnTo>
                  <a:pt x="6112791" y="2498171"/>
                </a:lnTo>
                <a:close/>
                <a:moveTo>
                  <a:pt x="0" y="1262587"/>
                </a:moveTo>
                <a:lnTo>
                  <a:pt x="6079209" y="1262587"/>
                </a:lnTo>
                <a:lnTo>
                  <a:pt x="6079209" y="2498171"/>
                </a:lnTo>
                <a:lnTo>
                  <a:pt x="0" y="2498171"/>
                </a:lnTo>
                <a:close/>
                <a:moveTo>
                  <a:pt x="0" y="0"/>
                </a:moveTo>
                <a:lnTo>
                  <a:pt x="10131822" y="0"/>
                </a:lnTo>
                <a:lnTo>
                  <a:pt x="10131822" y="1235584"/>
                </a:lnTo>
                <a:lnTo>
                  <a:pt x="0" y="123558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6AA2219-FD98-03D2-BB5C-E2321D2249C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571" y="6030083"/>
            <a:ext cx="1733607" cy="27432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CD31E19E-99D1-8CD0-E566-4E2F20A471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3698B7D1-C36E-DFB0-A661-A5E474A68D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DC35F19D-FD15-4BE1-660D-0643E54DA9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183855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DB78E43-591B-FC77-A959-A64AB0D49B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7870" y="383156"/>
            <a:ext cx="6022764" cy="3768220"/>
          </a:xfrm>
        </p:spPr>
        <p:txBody>
          <a:bodyPr anchor="b"/>
          <a:lstStyle>
            <a:lvl1pPr algn="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5093B11-F806-67DA-C9D7-48A738FD97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7870" y="4253117"/>
            <a:ext cx="6022764" cy="1174224"/>
          </a:xfrm>
        </p:spPr>
        <p:txBody>
          <a:bodyPr/>
          <a:lstStyle>
            <a:lvl1pPr marL="0" indent="0" algn="r"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70C32A11-D80D-8895-B299-F84B774E25E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2700" y="-12700"/>
            <a:ext cx="5679347" cy="6875770"/>
          </a:xfrm>
          <a:custGeom>
            <a:avLst/>
            <a:gdLst>
              <a:gd name="connsiteX0" fmla="*/ 2855788 w 5679347"/>
              <a:gd name="connsiteY0" fmla="*/ 3447486 h 6875770"/>
              <a:gd name="connsiteX1" fmla="*/ 4251452 w 5679347"/>
              <a:gd name="connsiteY1" fmla="*/ 3447486 h 6875770"/>
              <a:gd name="connsiteX2" fmla="*/ 4251452 w 5679347"/>
              <a:gd name="connsiteY2" fmla="*/ 6864339 h 6875770"/>
              <a:gd name="connsiteX3" fmla="*/ 2855788 w 5679347"/>
              <a:gd name="connsiteY3" fmla="*/ 6864339 h 6875770"/>
              <a:gd name="connsiteX4" fmla="*/ 1427894 w 5679347"/>
              <a:gd name="connsiteY4" fmla="*/ 3447486 h 6875770"/>
              <a:gd name="connsiteX5" fmla="*/ 2823558 w 5679347"/>
              <a:gd name="connsiteY5" fmla="*/ 3447486 h 6875770"/>
              <a:gd name="connsiteX6" fmla="*/ 2823558 w 5679347"/>
              <a:gd name="connsiteY6" fmla="*/ 6864339 h 6875770"/>
              <a:gd name="connsiteX7" fmla="*/ 1427894 w 5679347"/>
              <a:gd name="connsiteY7" fmla="*/ 6864339 h 6875770"/>
              <a:gd name="connsiteX8" fmla="*/ 4283683 w 5679347"/>
              <a:gd name="connsiteY8" fmla="*/ 1442090 h 6875770"/>
              <a:gd name="connsiteX9" fmla="*/ 5001917 w 5679347"/>
              <a:gd name="connsiteY9" fmla="*/ 1442090 h 6875770"/>
              <a:gd name="connsiteX10" fmla="*/ 5098111 w 5679347"/>
              <a:gd name="connsiteY10" fmla="*/ 1451787 h 6875770"/>
              <a:gd name="connsiteX11" fmla="*/ 5679347 w 5679347"/>
              <a:gd name="connsiteY11" fmla="*/ 2164940 h 6875770"/>
              <a:gd name="connsiteX12" fmla="*/ 5679347 w 5679347"/>
              <a:gd name="connsiteY12" fmla="*/ 6875770 h 6875770"/>
              <a:gd name="connsiteX13" fmla="*/ 4283683 w 5679347"/>
              <a:gd name="connsiteY13" fmla="*/ 6875770 h 6875770"/>
              <a:gd name="connsiteX14" fmla="*/ 2855788 w 5679347"/>
              <a:gd name="connsiteY14" fmla="*/ 0 h 6875770"/>
              <a:gd name="connsiteX15" fmla="*/ 4251452 w 5679347"/>
              <a:gd name="connsiteY15" fmla="*/ 0 h 6875770"/>
              <a:gd name="connsiteX16" fmla="*/ 4251452 w 5679347"/>
              <a:gd name="connsiteY16" fmla="*/ 3416853 h 6875770"/>
              <a:gd name="connsiteX17" fmla="*/ 2855788 w 5679347"/>
              <a:gd name="connsiteY17" fmla="*/ 3416853 h 6875770"/>
              <a:gd name="connsiteX18" fmla="*/ 1427894 w 5679347"/>
              <a:gd name="connsiteY18" fmla="*/ 0 h 6875770"/>
              <a:gd name="connsiteX19" fmla="*/ 2823558 w 5679347"/>
              <a:gd name="connsiteY19" fmla="*/ 0 h 6875770"/>
              <a:gd name="connsiteX20" fmla="*/ 2823558 w 5679347"/>
              <a:gd name="connsiteY20" fmla="*/ 3416853 h 6875770"/>
              <a:gd name="connsiteX21" fmla="*/ 1427894 w 5679347"/>
              <a:gd name="connsiteY21" fmla="*/ 3416853 h 6875770"/>
              <a:gd name="connsiteX22" fmla="*/ 0 w 5679347"/>
              <a:gd name="connsiteY22" fmla="*/ 0 h 6875770"/>
              <a:gd name="connsiteX23" fmla="*/ 1395664 w 5679347"/>
              <a:gd name="connsiteY23" fmla="*/ 0 h 6875770"/>
              <a:gd name="connsiteX24" fmla="*/ 1395664 w 5679347"/>
              <a:gd name="connsiteY24" fmla="*/ 5433680 h 6875770"/>
              <a:gd name="connsiteX25" fmla="*/ 727933 w 5679347"/>
              <a:gd name="connsiteY25" fmla="*/ 5433680 h 6875770"/>
              <a:gd name="connsiteX26" fmla="*/ 581236 w 5679347"/>
              <a:gd name="connsiteY26" fmla="*/ 5418892 h 6875770"/>
              <a:gd name="connsiteX27" fmla="*/ 0 w 5679347"/>
              <a:gd name="connsiteY27" fmla="*/ 4705739 h 6875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679347" h="6875770">
                <a:moveTo>
                  <a:pt x="2855788" y="3447486"/>
                </a:moveTo>
                <a:lnTo>
                  <a:pt x="4251452" y="3447486"/>
                </a:lnTo>
                <a:lnTo>
                  <a:pt x="4251452" y="6864339"/>
                </a:lnTo>
                <a:lnTo>
                  <a:pt x="2855788" y="6864339"/>
                </a:lnTo>
                <a:close/>
                <a:moveTo>
                  <a:pt x="1427894" y="3447486"/>
                </a:moveTo>
                <a:lnTo>
                  <a:pt x="2823558" y="3447486"/>
                </a:lnTo>
                <a:lnTo>
                  <a:pt x="2823558" y="6864339"/>
                </a:lnTo>
                <a:lnTo>
                  <a:pt x="1427894" y="6864339"/>
                </a:lnTo>
                <a:close/>
                <a:moveTo>
                  <a:pt x="4283683" y="1442090"/>
                </a:moveTo>
                <a:lnTo>
                  <a:pt x="5001917" y="1442090"/>
                </a:lnTo>
                <a:lnTo>
                  <a:pt x="5098111" y="1451787"/>
                </a:lnTo>
                <a:cubicBezTo>
                  <a:pt x="5429822" y="1519665"/>
                  <a:pt x="5679347" y="1813163"/>
                  <a:pt x="5679347" y="2164940"/>
                </a:cubicBezTo>
                <a:lnTo>
                  <a:pt x="5679347" y="6875770"/>
                </a:lnTo>
                <a:lnTo>
                  <a:pt x="4283683" y="6875770"/>
                </a:lnTo>
                <a:close/>
                <a:moveTo>
                  <a:pt x="2855788" y="0"/>
                </a:moveTo>
                <a:lnTo>
                  <a:pt x="4251452" y="0"/>
                </a:lnTo>
                <a:lnTo>
                  <a:pt x="4251452" y="3416853"/>
                </a:lnTo>
                <a:lnTo>
                  <a:pt x="2855788" y="3416853"/>
                </a:lnTo>
                <a:close/>
                <a:moveTo>
                  <a:pt x="1427894" y="0"/>
                </a:moveTo>
                <a:lnTo>
                  <a:pt x="2823558" y="0"/>
                </a:lnTo>
                <a:lnTo>
                  <a:pt x="2823558" y="3416853"/>
                </a:lnTo>
                <a:lnTo>
                  <a:pt x="1427894" y="3416853"/>
                </a:lnTo>
                <a:close/>
                <a:moveTo>
                  <a:pt x="0" y="0"/>
                </a:moveTo>
                <a:lnTo>
                  <a:pt x="1395664" y="0"/>
                </a:lnTo>
                <a:lnTo>
                  <a:pt x="1395664" y="5433680"/>
                </a:lnTo>
                <a:lnTo>
                  <a:pt x="727933" y="5433680"/>
                </a:lnTo>
                <a:lnTo>
                  <a:pt x="581236" y="5418892"/>
                </a:lnTo>
                <a:cubicBezTo>
                  <a:pt x="249526" y="5351014"/>
                  <a:pt x="0" y="5057516"/>
                  <a:pt x="0" y="4705739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1274702A-06E8-AD73-62B2-B3A4A32E5DB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930785" y="5739518"/>
            <a:ext cx="1909848" cy="274320"/>
          </a:xfrm>
        </p:spPr>
        <p:txBody>
          <a:bodyPr lIns="0" tIns="0" rIns="0" bIns="0">
            <a:noAutofit/>
          </a:bodyPr>
          <a:lstStyle>
            <a:lvl1pPr marL="0" indent="0" algn="r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70A1C19A-4E5E-C742-32A1-2115149FC1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A9A9E029-23F0-CEC4-BA46-3EEC97738E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900CB6-F919-93D0-C1AC-3EFB92BA75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24877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quence Number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F65BDE1-4C58-E0CC-97CA-4695152C2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816601" y="0"/>
            <a:ext cx="784776" cy="1295400"/>
          </a:xfrm>
          <a:custGeom>
            <a:avLst/>
            <a:gdLst>
              <a:gd name="connsiteX0" fmla="*/ 0 w 784776"/>
              <a:gd name="connsiteY0" fmla="*/ 0 h 1295400"/>
              <a:gd name="connsiteX1" fmla="*/ 784776 w 784776"/>
              <a:gd name="connsiteY1" fmla="*/ 0 h 1295400"/>
              <a:gd name="connsiteX2" fmla="*/ 784776 w 784776"/>
              <a:gd name="connsiteY2" fmla="*/ 1295400 h 1295400"/>
              <a:gd name="connsiteX3" fmla="*/ 0 w 784776"/>
              <a:gd name="connsiteY3" fmla="*/ 1295400 h 129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4776" h="1295400">
                <a:moveTo>
                  <a:pt x="0" y="0"/>
                </a:moveTo>
                <a:lnTo>
                  <a:pt x="784776" y="0"/>
                </a:lnTo>
                <a:lnTo>
                  <a:pt x="784776" y="1295400"/>
                </a:lnTo>
                <a:lnTo>
                  <a:pt x="0" y="12954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17E50D-F7E2-253D-428F-1DA3EFBC285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816600" y="355600"/>
            <a:ext cx="784225" cy="67310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77D0816-A0A9-20C1-B42A-95D1C13F84D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1800" y="284480"/>
            <a:ext cx="5384800" cy="4100194"/>
          </a:xfrm>
        </p:spPr>
        <p:txBody>
          <a:bodyPr anchor="b">
            <a:noAutofit/>
          </a:bodyPr>
          <a:lstStyle>
            <a:lvl1pPr algn="l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1E97C1-0EB0-B109-7BE3-9012BD59B8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800" y="4521200"/>
            <a:ext cx="5384800" cy="1568449"/>
          </a:xfrm>
        </p:spPr>
        <p:txBody>
          <a:bodyPr/>
          <a:lstStyle>
            <a:lvl1pPr marL="0" indent="0" algn="l"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8ED90A8-7525-1B2C-FACF-0A70191543F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 flipH="1">
            <a:off x="6601377" y="0"/>
            <a:ext cx="5590623" cy="6858000"/>
          </a:xfrm>
          <a:custGeom>
            <a:avLst/>
            <a:gdLst>
              <a:gd name="connsiteX0" fmla="*/ 0 w 5590623"/>
              <a:gd name="connsiteY0" fmla="*/ 0 h 6858000"/>
              <a:gd name="connsiteX1" fmla="*/ 5590623 w 5590623"/>
              <a:gd name="connsiteY1" fmla="*/ 0 h 6858000"/>
              <a:gd name="connsiteX2" fmla="*/ 5590623 w 5590623"/>
              <a:gd name="connsiteY2" fmla="*/ 5112985 h 6858000"/>
              <a:gd name="connsiteX3" fmla="*/ 3845608 w 5590623"/>
              <a:gd name="connsiteY3" fmla="*/ 6858000 h 6858000"/>
              <a:gd name="connsiteX4" fmla="*/ 99715 w 5590623"/>
              <a:gd name="connsiteY4" fmla="*/ 6858000 h 6858000"/>
              <a:gd name="connsiteX5" fmla="*/ 0 w 5590623"/>
              <a:gd name="connsiteY5" fmla="*/ 685296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90623" h="6858000">
                <a:moveTo>
                  <a:pt x="0" y="0"/>
                </a:moveTo>
                <a:lnTo>
                  <a:pt x="5590623" y="0"/>
                </a:lnTo>
                <a:lnTo>
                  <a:pt x="5590623" y="5112985"/>
                </a:lnTo>
                <a:cubicBezTo>
                  <a:pt x="5590623" y="6076730"/>
                  <a:pt x="4809354" y="6858000"/>
                  <a:pt x="3845608" y="6858000"/>
                </a:cubicBezTo>
                <a:lnTo>
                  <a:pt x="99715" y="6858000"/>
                </a:lnTo>
                <a:lnTo>
                  <a:pt x="0" y="685296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EC5FC4FE-969C-3430-8E2D-D1961B0E5B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02AF8041-59E3-15F2-6902-E9C22C3331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D27CEAE8-ACAD-92D0-B0A7-F2FED32A53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009444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F8921EF-D008-97BC-E5BE-5056735440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452387"/>
            <a:ext cx="5699760" cy="3897865"/>
          </a:xfrm>
        </p:spPr>
        <p:txBody>
          <a:bodyPr lIns="0" tIns="0" rIns="0" bIns="0" anchor="b" anchorCtr="0">
            <a:noAutofit/>
          </a:bodyPr>
          <a:lstStyle>
            <a:lvl1pPr algn="l">
              <a:defRPr sz="5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32671BA-90EF-59B5-C249-F7C3652155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4521200"/>
            <a:ext cx="5699760" cy="1568449"/>
          </a:xfrm>
        </p:spPr>
        <p:txBody>
          <a:bodyPr/>
          <a:lstStyle>
            <a:lvl1pPr marL="0" indent="0" algn="l"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73459998-3AA2-B134-8816-E21159D0BAD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" y="0"/>
            <a:ext cx="5590623" cy="6858000"/>
          </a:xfrm>
          <a:custGeom>
            <a:avLst/>
            <a:gdLst>
              <a:gd name="connsiteX0" fmla="*/ 0 w 5590623"/>
              <a:gd name="connsiteY0" fmla="*/ 0 h 6858000"/>
              <a:gd name="connsiteX1" fmla="*/ 5590623 w 5590623"/>
              <a:gd name="connsiteY1" fmla="*/ 0 h 6858000"/>
              <a:gd name="connsiteX2" fmla="*/ 5590623 w 5590623"/>
              <a:gd name="connsiteY2" fmla="*/ 5112985 h 6858000"/>
              <a:gd name="connsiteX3" fmla="*/ 3845608 w 5590623"/>
              <a:gd name="connsiteY3" fmla="*/ 6858000 h 6858000"/>
              <a:gd name="connsiteX4" fmla="*/ 99715 w 5590623"/>
              <a:gd name="connsiteY4" fmla="*/ 6858000 h 6858000"/>
              <a:gd name="connsiteX5" fmla="*/ 0 w 5590623"/>
              <a:gd name="connsiteY5" fmla="*/ 685296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90623" h="6858000">
                <a:moveTo>
                  <a:pt x="0" y="0"/>
                </a:moveTo>
                <a:lnTo>
                  <a:pt x="5590623" y="0"/>
                </a:lnTo>
                <a:lnTo>
                  <a:pt x="5590623" y="5112985"/>
                </a:lnTo>
                <a:cubicBezTo>
                  <a:pt x="5590623" y="6076730"/>
                  <a:pt x="4809354" y="6858000"/>
                  <a:pt x="3845608" y="6858000"/>
                </a:cubicBezTo>
                <a:lnTo>
                  <a:pt x="99715" y="6858000"/>
                </a:lnTo>
                <a:lnTo>
                  <a:pt x="0" y="685296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539F209-2985-7BF1-0F75-55A5560BCD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7550591-5FE9-F140-4E34-5256EBCCB5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9EC5884-5885-014A-39B9-D4A0445EFC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5927933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77D0816-A0A9-20C1-B42A-95D1C13F84D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1800" y="213868"/>
            <a:ext cx="5943600" cy="3977640"/>
          </a:xfrm>
        </p:spPr>
        <p:txBody>
          <a:bodyPr anchor="b">
            <a:noAutofit/>
          </a:bodyPr>
          <a:lstStyle>
            <a:lvl1pPr algn="l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F53C620-9E4A-9463-32D9-EAB787FF616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2883" y="4405376"/>
            <a:ext cx="5952189" cy="1487424"/>
          </a:xfrm>
        </p:spPr>
        <p:txBody>
          <a:bodyPr anchor="t">
            <a:noAutofit/>
          </a:bodyPr>
          <a:lstStyle>
            <a:lvl1pPr marL="0" indent="0" algn="l">
              <a:buNone/>
              <a:defRPr sz="26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8ED90A8-7525-1B2C-FACF-0A70191543F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 flipH="1">
            <a:off x="6601377" y="0"/>
            <a:ext cx="5590623" cy="6858000"/>
          </a:xfrm>
          <a:custGeom>
            <a:avLst/>
            <a:gdLst>
              <a:gd name="connsiteX0" fmla="*/ 0 w 5590623"/>
              <a:gd name="connsiteY0" fmla="*/ 0 h 6858000"/>
              <a:gd name="connsiteX1" fmla="*/ 5590623 w 5590623"/>
              <a:gd name="connsiteY1" fmla="*/ 0 h 6858000"/>
              <a:gd name="connsiteX2" fmla="*/ 5590623 w 5590623"/>
              <a:gd name="connsiteY2" fmla="*/ 5112985 h 6858000"/>
              <a:gd name="connsiteX3" fmla="*/ 3845608 w 5590623"/>
              <a:gd name="connsiteY3" fmla="*/ 6858000 h 6858000"/>
              <a:gd name="connsiteX4" fmla="*/ 99715 w 5590623"/>
              <a:gd name="connsiteY4" fmla="*/ 6858000 h 6858000"/>
              <a:gd name="connsiteX5" fmla="*/ 0 w 5590623"/>
              <a:gd name="connsiteY5" fmla="*/ 685296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90623" h="6858000">
                <a:moveTo>
                  <a:pt x="0" y="0"/>
                </a:moveTo>
                <a:lnTo>
                  <a:pt x="5590623" y="0"/>
                </a:lnTo>
                <a:lnTo>
                  <a:pt x="5590623" y="5112985"/>
                </a:lnTo>
                <a:cubicBezTo>
                  <a:pt x="5590623" y="6076730"/>
                  <a:pt x="4809354" y="6858000"/>
                  <a:pt x="3845608" y="6858000"/>
                </a:cubicBezTo>
                <a:lnTo>
                  <a:pt x="99715" y="6858000"/>
                </a:lnTo>
                <a:lnTo>
                  <a:pt x="0" y="685296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EC5FC4FE-969C-3430-8E2D-D1961B0E5B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02AF8041-59E3-15F2-6902-E9C22C3331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D27CEAE8-ACAD-92D0-B0A7-F2FED32A53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93289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92300" y="1028699"/>
            <a:ext cx="8432800" cy="3683001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92300" y="4876799"/>
            <a:ext cx="8432800" cy="1099109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0EA5083-CBDA-234C-ADF4-DE0F10961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B46CB32-AE1A-C161-F8AD-B5C4C197C0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DB321B52-8912-5727-807C-9B371A898A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51071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1915" y="1058974"/>
            <a:ext cx="7839200" cy="814279"/>
          </a:xfrm>
        </p:spPr>
        <p:txBody>
          <a:bodyPr lIns="0" tIns="0" rIns="0" bIns="0" anchor="b">
            <a:no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1915AA-7D4E-CEF2-0E27-CA6FB479DB3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81914" y="2032000"/>
            <a:ext cx="10371883" cy="398303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E8E960A-184B-47C0-C68F-43E1F03C64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800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4D0DFAE-ECB5-DB29-9C6B-1662CE0653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09268C7-DA35-8A6D-469A-DEC704288E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F0DBA6A-1CB5-96D5-F35C-B3AFB4AB3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5ED06C3-D451-CC0C-50D8-69D1AB872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447214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1" y="831919"/>
            <a:ext cx="10504000" cy="528186"/>
          </a:xfrm>
        </p:spPr>
        <p:txBody>
          <a:bodyPr anchor="ctr">
            <a:no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E18C40-517B-C014-D81B-823BAE2FD5A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49798" y="1542474"/>
            <a:ext cx="10504000" cy="447256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5526D3A9-25EF-273F-0E13-3524534685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636B9F0-0AA4-2C68-C74E-D1921EFEE7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DA9B5B83-6D7B-707F-F948-6BD712772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E29DE8E-07F5-D1B2-C0AF-4DDB3060C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5AFC956-0159-EEB8-6BC1-9C3F1B1AE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1484630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4095B0E-61E1-13CE-6F7F-EE3F7FD0FD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198" y="314036"/>
            <a:ext cx="10515600" cy="570100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79A793-2C0E-8F06-4362-96A1983B58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C9044-6596-30C3-95FD-F186F8096A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5F415-CF39-9236-9576-0DF9F95C1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9616952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10504000" cy="848979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04FB75-D5E0-9511-4FD2-C68C1C091E5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49799" y="1847276"/>
            <a:ext cx="10498202" cy="416776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C1F12379-188A-C977-1150-3E5925DBE4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CBBEF7DA-BA6D-A07F-F03E-2BC9F8B311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FC858912-AA2F-5EAF-FCD4-B77FA992F0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1" name="Straight Connector 31">
            <a:extLst>
              <a:ext uri="{FF2B5EF4-FFF2-40B4-BE49-F238E27FC236}">
                <a16:creationId xmlns:a16="http://schemas.microsoft.com/office/drawing/2014/main" id="{D429890D-AAF9-8BC9-BD12-23ABDAA045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32">
            <a:extLst>
              <a:ext uri="{FF2B5EF4-FFF2-40B4-BE49-F238E27FC236}">
                <a16:creationId xmlns:a16="http://schemas.microsoft.com/office/drawing/2014/main" id="{4611981F-BBC7-0DC8-FC22-8FF2B06CB4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97019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347" y="2385975"/>
            <a:ext cx="4325112" cy="2454796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74D1E701-C09D-5C9D-D6F0-B24CF24DE81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624949" y="2385975"/>
            <a:ext cx="5728848" cy="245479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FB65093-A00A-3EDD-C0C5-4CDFFD32BA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3D35FF5-CE2E-247E-ACA9-67EA0D2584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C35B66F-F94E-7191-89B2-9BC080EC5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9" name="Straight Connector 31">
            <a:extLst>
              <a:ext uri="{FF2B5EF4-FFF2-40B4-BE49-F238E27FC236}">
                <a16:creationId xmlns:a16="http://schemas.microsoft.com/office/drawing/2014/main" id="{318DEC2A-2948-AEF3-C9E8-2ED520DE08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32">
            <a:extLst>
              <a:ext uri="{FF2B5EF4-FFF2-40B4-BE49-F238E27FC236}">
                <a16:creationId xmlns:a16="http://schemas.microsoft.com/office/drawing/2014/main" id="{6F8E1B26-93AA-F87D-FBC9-B4B64DEAF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8693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347" y="2258568"/>
            <a:ext cx="3813048" cy="3557016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7179A23-77F8-DF71-F294-EBB8C50418C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26188" y="2258569"/>
            <a:ext cx="6227609" cy="35570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E5B8C-BD87-04ED-9CEF-4AFD2D0C89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71EFC9-7505-F7FF-CF6B-86AB994377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F0AB1-6FFC-E765-BFAA-96D0299632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2" name="Straight Connector 31">
            <a:extLst>
              <a:ext uri="{FF2B5EF4-FFF2-40B4-BE49-F238E27FC236}">
                <a16:creationId xmlns:a16="http://schemas.microsoft.com/office/drawing/2014/main" id="{4489C308-841C-D2A7-8515-411CB0168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2">
            <a:extLst>
              <a:ext uri="{FF2B5EF4-FFF2-40B4-BE49-F238E27FC236}">
                <a16:creationId xmlns:a16="http://schemas.microsoft.com/office/drawing/2014/main" id="{B60E0D5B-082D-4EB9-B1D4-EF2D236B0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2">
            <a:extLst>
              <a:ext uri="{FF2B5EF4-FFF2-40B4-BE49-F238E27FC236}">
                <a16:creationId xmlns:a16="http://schemas.microsoft.com/office/drawing/2014/main" id="{5B814A6C-6187-44A9-CE55-07E0F6A33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341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31">
            <a:extLst>
              <a:ext uri="{FF2B5EF4-FFF2-40B4-BE49-F238E27FC236}">
                <a16:creationId xmlns:a16="http://schemas.microsoft.com/office/drawing/2014/main" id="{CCF56FCA-E9F5-CED2-901F-8A806CBEC2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412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139439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1109587"/>
            <a:ext cx="4145582" cy="463882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8BE3F9A9-6F1E-9A87-9F34-719BDBBB17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034BEAC-979B-C481-66E0-57CBE849F2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633B9A1-B856-0C6C-BE29-3F7047578B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7" name="Straight Connector 31">
            <a:extLst>
              <a:ext uri="{FF2B5EF4-FFF2-40B4-BE49-F238E27FC236}">
                <a16:creationId xmlns:a16="http://schemas.microsoft.com/office/drawing/2014/main" id="{574AC177-8C09-79F3-8CC6-DA60495C44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32">
            <a:extLst>
              <a:ext uri="{FF2B5EF4-FFF2-40B4-BE49-F238E27FC236}">
                <a16:creationId xmlns:a16="http://schemas.microsoft.com/office/drawing/2014/main" id="{B15B36F5-13CB-A1A3-0ECD-756964BC0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32">
            <a:extLst>
              <a:ext uri="{FF2B5EF4-FFF2-40B4-BE49-F238E27FC236}">
                <a16:creationId xmlns:a16="http://schemas.microsoft.com/office/drawing/2014/main" id="{8D56DEF8-59B1-77EC-4BF9-9B1E066C8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341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31">
            <a:extLst>
              <a:ext uri="{FF2B5EF4-FFF2-40B4-BE49-F238E27FC236}">
                <a16:creationId xmlns:a16="http://schemas.microsoft.com/office/drawing/2014/main" id="{EAC0D963-F67D-C0B7-83D7-353132816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412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18E2A2FC-47FE-82C3-DDCE-775263AF6B3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227784" y="1109588"/>
            <a:ext cx="6126013" cy="463882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058009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77456"/>
            <a:ext cx="4142232" cy="4940661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4B042FA-40F9-5B1B-253A-F9E4CE1EFE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217913B-B30A-FA59-DEB0-EE00CE0E24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0BC0D2D-F6C3-AAB2-BE9B-976038A367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8" name="Straight Connector 31">
            <a:extLst>
              <a:ext uri="{FF2B5EF4-FFF2-40B4-BE49-F238E27FC236}">
                <a16:creationId xmlns:a16="http://schemas.microsoft.com/office/drawing/2014/main" id="{233E3486-94FE-93B7-B905-AD9FCF0CB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32">
            <a:extLst>
              <a:ext uri="{FF2B5EF4-FFF2-40B4-BE49-F238E27FC236}">
                <a16:creationId xmlns:a16="http://schemas.microsoft.com/office/drawing/2014/main" id="{911974C7-CCAB-1907-BE37-42979777A4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32">
            <a:extLst>
              <a:ext uri="{FF2B5EF4-FFF2-40B4-BE49-F238E27FC236}">
                <a16:creationId xmlns:a16="http://schemas.microsoft.com/office/drawing/2014/main" id="{06A3D12A-2FB9-F068-52F8-5ECB59CF7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341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31">
            <a:extLst>
              <a:ext uri="{FF2B5EF4-FFF2-40B4-BE49-F238E27FC236}">
                <a16:creationId xmlns:a16="http://schemas.microsoft.com/office/drawing/2014/main" id="{F5C18F72-C84F-D063-4732-84EC0978C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412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D273858-FBFD-DEAE-AD96-5C657A6EFD3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218548" y="877457"/>
            <a:ext cx="6135249" cy="494066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7618626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0000" y="825622"/>
            <a:ext cx="6858000" cy="932688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9"/>
            <a:ext cx="3374039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0173E1F8-C04C-8FCF-9E14-B4E1DB2FFAA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90001" y="1876088"/>
            <a:ext cx="6858000" cy="41389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FC540298-18F9-BB50-4F7D-8DBF53B1A0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3470C8BC-9567-FE0B-27FF-87FC864EAB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D7C8A89B-AF92-C4D9-9581-EF8D76660C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sp>
        <p:nvSpPr>
          <p:cNvPr id="20" name="Freeform: Shape 8">
            <a:extLst>
              <a:ext uri="{FF2B5EF4-FFF2-40B4-BE49-F238E27FC236}">
                <a16:creationId xmlns:a16="http://schemas.microsoft.com/office/drawing/2014/main" id="{6D6A59D5-A266-1465-E5EF-E8F22D2CF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688000" y="1215042"/>
            <a:ext cx="504000" cy="661046"/>
          </a:xfrm>
          <a:custGeom>
            <a:avLst/>
            <a:gdLst>
              <a:gd name="connsiteX0" fmla="*/ 0 w 3383176"/>
              <a:gd name="connsiteY0" fmla="*/ 0 h 661046"/>
              <a:gd name="connsiteX1" fmla="*/ 3383176 w 3383176"/>
              <a:gd name="connsiteY1" fmla="*/ 0 h 661046"/>
              <a:gd name="connsiteX2" fmla="*/ 3383176 w 3383176"/>
              <a:gd name="connsiteY2" fmla="*/ 661046 h 661046"/>
              <a:gd name="connsiteX3" fmla="*/ 0 w 3383176"/>
              <a:gd name="connsiteY3" fmla="*/ 661046 h 661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3176" h="661046">
                <a:moveTo>
                  <a:pt x="0" y="0"/>
                </a:moveTo>
                <a:lnTo>
                  <a:pt x="3383176" y="0"/>
                </a:lnTo>
                <a:lnTo>
                  <a:pt x="3383176" y="661046"/>
                </a:lnTo>
                <a:lnTo>
                  <a:pt x="0" y="661046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800"/>
          </a:p>
        </p:txBody>
      </p:sp>
      <p:cxnSp>
        <p:nvCxnSpPr>
          <p:cNvPr id="12" name="Straight Connector 31">
            <a:extLst>
              <a:ext uri="{FF2B5EF4-FFF2-40B4-BE49-F238E27FC236}">
                <a16:creationId xmlns:a16="http://schemas.microsoft.com/office/drawing/2014/main" id="{AC124138-469D-E937-2DC9-4834258748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2">
            <a:extLst>
              <a:ext uri="{FF2B5EF4-FFF2-40B4-BE49-F238E27FC236}">
                <a16:creationId xmlns:a16="http://schemas.microsoft.com/office/drawing/2014/main" id="{4DCD94ED-A7C3-B922-5276-E0CFC541ED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081374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613" y="831918"/>
            <a:ext cx="4361688" cy="1527048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8"/>
            <a:ext cx="5767509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D902598-98B0-111E-C570-D294DFF63A0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85613" y="2530765"/>
            <a:ext cx="4361688" cy="348427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F530FC37-80EF-0A07-0887-E72EE2F2EA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B5D7C95-B96F-1B15-0186-8CF2D27B0D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E8935CD5-5B1B-FE89-B83F-E43E648ADA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7" name="Straight Connector 31">
            <a:extLst>
              <a:ext uri="{FF2B5EF4-FFF2-40B4-BE49-F238E27FC236}">
                <a16:creationId xmlns:a16="http://schemas.microsoft.com/office/drawing/2014/main" id="{CFFC6615-4187-7A83-63EE-BF6CF6B2BD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2">
            <a:extLst>
              <a:ext uri="{FF2B5EF4-FFF2-40B4-BE49-F238E27FC236}">
                <a16:creationId xmlns:a16="http://schemas.microsoft.com/office/drawing/2014/main" id="{4A13F58F-07D6-B33D-BD64-C72F39E3D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236742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0E64AB3-51D9-9992-E51A-78ADA62E2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63" y="831918"/>
            <a:ext cx="4361688" cy="1527048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C65082D8-BAB5-0BFE-8BA8-E50FFE04E27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1" y="2521529"/>
            <a:ext cx="4361688" cy="349351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992B4E0B-09D2-1770-AF0A-79593CF5C03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80428" y="831918"/>
            <a:ext cx="5767509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F3135D21-9D7B-C592-F9B1-C45527BFFF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076E13FC-6FF0-0B11-2B96-ECCD78FC3A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0F63308A-4914-FAA4-AF71-EA8AB8B74D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7" name="Straight Connector 31">
            <a:extLst>
              <a:ext uri="{FF2B5EF4-FFF2-40B4-BE49-F238E27FC236}">
                <a16:creationId xmlns:a16="http://schemas.microsoft.com/office/drawing/2014/main" id="{1BFCDEF0-A571-1775-D666-DD70D4326B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32">
            <a:extLst>
              <a:ext uri="{FF2B5EF4-FFF2-40B4-BE49-F238E27FC236}">
                <a16:creationId xmlns:a16="http://schemas.microsoft.com/office/drawing/2014/main" id="{B6AF83C9-36E2-6852-74FB-AB9B9B484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2645680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5064" y="825622"/>
            <a:ext cx="4522936" cy="932688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8"/>
            <a:ext cx="5648242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1EB3780-5266-3444-3317-22ACFFCE499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825065" y="1902698"/>
            <a:ext cx="4522936" cy="411234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7B9E5B2-7325-82CA-6062-3169FE7D5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C01CB96-C098-D789-185D-0A6FED880F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D270D577-1A93-F8B5-EC60-749030FF6F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6" name="Straight Connector 31">
            <a:extLst>
              <a:ext uri="{FF2B5EF4-FFF2-40B4-BE49-F238E27FC236}">
                <a16:creationId xmlns:a16="http://schemas.microsoft.com/office/drawing/2014/main" id="{F95D4149-5D4A-C071-F2F9-529F92199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2">
            <a:extLst>
              <a:ext uri="{FF2B5EF4-FFF2-40B4-BE49-F238E27FC236}">
                <a16:creationId xmlns:a16="http://schemas.microsoft.com/office/drawing/2014/main" id="{5F2CF751-80F5-AC12-9235-FEBCA21CF7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4624901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490" y="831919"/>
            <a:ext cx="4572000" cy="932688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B882F52C-7359-FD40-71A5-15E3C8B2A1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73491" y="1921164"/>
            <a:ext cx="4572000" cy="40938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1" y="831919"/>
            <a:ext cx="543028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FFE30C-67A7-0896-8382-BABCD70340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4E6BC6-9D59-8976-032A-6B639BC50D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30EEB-A8D0-4D9B-FDE5-0FCE3DC7DD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7" name="Straight Connector 31">
            <a:extLst>
              <a:ext uri="{FF2B5EF4-FFF2-40B4-BE49-F238E27FC236}">
                <a16:creationId xmlns:a16="http://schemas.microsoft.com/office/drawing/2014/main" id="{FA6FBC27-AA27-A480-F758-AA0A0E348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2">
            <a:extLst>
              <a:ext uri="{FF2B5EF4-FFF2-40B4-BE49-F238E27FC236}">
                <a16:creationId xmlns:a16="http://schemas.microsoft.com/office/drawing/2014/main" id="{3181070F-26E0-0C0D-6747-547B88616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0370134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6432" y="831918"/>
            <a:ext cx="3401568" cy="1527048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8"/>
            <a:ext cx="6740144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265AB92A-BAA8-BA88-5315-6CDEB9B7170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946433" y="2512293"/>
            <a:ext cx="3401568" cy="350274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ECD858A2-3AA3-29EC-34E4-F6890BAEEF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3321516-7241-6346-DEBE-42DAA310AB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4A23FE0-8FD5-337D-C29C-60458812C0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0" name="Straight Connector 31">
            <a:extLst>
              <a:ext uri="{FF2B5EF4-FFF2-40B4-BE49-F238E27FC236}">
                <a16:creationId xmlns:a16="http://schemas.microsoft.com/office/drawing/2014/main" id="{01CF247D-9042-90FD-312C-A1D50781E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2">
            <a:extLst>
              <a:ext uri="{FF2B5EF4-FFF2-40B4-BE49-F238E27FC236}">
                <a16:creationId xmlns:a16="http://schemas.microsoft.com/office/drawing/2014/main" id="{DB84D435-085C-D7FE-B28F-B6977BBEA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8721299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401568" cy="152704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69C6F0A-B174-5013-4DDB-AB20BA8268B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1" y="2549236"/>
            <a:ext cx="3401568" cy="346580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1" y="831919"/>
            <a:ext cx="658622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33E85C36-1ED6-1795-08DB-23696B5302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92E76A4-FFBE-61B8-F59B-EC1CE3BFDE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082745D-51FE-069C-245E-4F44EB7798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6" name="Straight Connector 31">
            <a:extLst>
              <a:ext uri="{FF2B5EF4-FFF2-40B4-BE49-F238E27FC236}">
                <a16:creationId xmlns:a16="http://schemas.microsoft.com/office/drawing/2014/main" id="{E4F783A1-78AA-BF8E-8A22-FCBFCE05B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32">
            <a:extLst>
              <a:ext uri="{FF2B5EF4-FFF2-40B4-BE49-F238E27FC236}">
                <a16:creationId xmlns:a16="http://schemas.microsoft.com/office/drawing/2014/main" id="{F749601C-05D8-E636-3210-CF2A8713A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5634970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3454" y="831919"/>
            <a:ext cx="3273552" cy="2035696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9"/>
            <a:ext cx="6937365" cy="509168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A6011F-285F-BCE2-F758-C63F33675A0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080245" y="2983345"/>
            <a:ext cx="3273552" cy="303169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09FF9B-D63D-5137-0473-E4C0988E77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104BA7A-7438-73D7-F9C7-AB3C9A7E00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6204760-0885-A02F-0067-BD4AC55CCC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6" name="Straight Connector 31">
            <a:extLst>
              <a:ext uri="{FF2B5EF4-FFF2-40B4-BE49-F238E27FC236}">
                <a16:creationId xmlns:a16="http://schemas.microsoft.com/office/drawing/2014/main" id="{385EA8A6-8678-1948-5F2D-5CF4833E0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32">
            <a:extLst>
              <a:ext uri="{FF2B5EF4-FFF2-40B4-BE49-F238E27FC236}">
                <a16:creationId xmlns:a16="http://schemas.microsoft.com/office/drawing/2014/main" id="{3B9F398C-FAF1-1B27-836C-F97B88F78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4538659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9"/>
            <a:ext cx="10504001" cy="3472067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998" y="4509559"/>
            <a:ext cx="4579339" cy="1516522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3F99E67D-47D5-3842-1385-6C2F08D20EE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569531" y="4509558"/>
            <a:ext cx="5778466" cy="151651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D78DFD8-B1C6-7604-1671-4CDAC39128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9921C03-3153-09AF-0D57-A0D96EBE1D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86E0734-2C6E-8C3B-65F2-133B94CFCF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2" name="Straight Connector 31">
            <a:extLst>
              <a:ext uri="{FF2B5EF4-FFF2-40B4-BE49-F238E27FC236}">
                <a16:creationId xmlns:a16="http://schemas.microsoft.com/office/drawing/2014/main" id="{BE6A6E60-0F31-180B-5E3F-E85797977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1" y="6667500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2">
            <a:extLst>
              <a:ext uri="{FF2B5EF4-FFF2-40B4-BE49-F238E27FC236}">
                <a16:creationId xmlns:a16="http://schemas.microsoft.com/office/drawing/2014/main" id="{DE8990BD-673C-BFDE-354D-14C949F24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664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073937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65938"/>
            <a:ext cx="10504001" cy="2556004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999" y="3785800"/>
            <a:ext cx="2953618" cy="2240280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C2A94BD-34CC-6470-1478-1D549D046B8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62400" y="3785795"/>
            <a:ext cx="7391397" cy="22402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182F43E7-55DC-C610-6DA1-0251237351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AE1085B-0F8A-711E-D721-A4D350D794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738CBE5-2DAC-95AD-3EE9-B0A0F53401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2" name="Straight Connector 31">
            <a:extLst>
              <a:ext uri="{FF2B5EF4-FFF2-40B4-BE49-F238E27FC236}">
                <a16:creationId xmlns:a16="http://schemas.microsoft.com/office/drawing/2014/main" id="{F8884F71-7DBC-7C26-DB2C-731FCBC2E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1" y="667712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2">
            <a:extLst>
              <a:ext uri="{FF2B5EF4-FFF2-40B4-BE49-F238E27FC236}">
                <a16:creationId xmlns:a16="http://schemas.microsoft.com/office/drawing/2014/main" id="{813CFB62-5831-FDE1-34F0-38FCD7614D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6641" y="962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227868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2953618" cy="224027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03CBF087-ADB9-D746-ED3D-8EAC47AF3E1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71639" y="824390"/>
            <a:ext cx="7376359" cy="224780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3310759"/>
            <a:ext cx="10504001" cy="2722852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9BA7EC8-1425-F948-FB17-5F51DEC987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94AE2EC-59C3-D91C-8CD6-658F68BC54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6BBD3BD-F630-46F9-25B2-85A0E608D8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4" name="Straight Connector 31">
            <a:extLst>
              <a:ext uri="{FF2B5EF4-FFF2-40B4-BE49-F238E27FC236}">
                <a16:creationId xmlns:a16="http://schemas.microsoft.com/office/drawing/2014/main" id="{76BDEB52-5B02-AD88-F4C8-F74064299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1" y="6667500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32">
            <a:extLst>
              <a:ext uri="{FF2B5EF4-FFF2-40B4-BE49-F238E27FC236}">
                <a16:creationId xmlns:a16="http://schemas.microsoft.com/office/drawing/2014/main" id="{3778D6D3-2293-3FE4-3124-63EF2E3A5E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664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5034310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963" y="858337"/>
            <a:ext cx="10504000" cy="970463"/>
          </a:xfrm>
        </p:spPr>
        <p:txBody>
          <a:bodyPr anchor="ctr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3963" y="2081048"/>
            <a:ext cx="6157458" cy="3945032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EF023DEB-EBD2-ECA5-19D2-F448BDC7606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238998" y="2081048"/>
            <a:ext cx="4114800" cy="394503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524FB994-9B85-2B55-198D-4925FB1F21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FCC0375-2AE8-A777-C3E0-7D2E3B0F61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637823D-6C6E-38BE-B6BE-096424E8DF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5" name="Straight Connector 31">
            <a:extLst>
              <a:ext uri="{FF2B5EF4-FFF2-40B4-BE49-F238E27FC236}">
                <a16:creationId xmlns:a16="http://schemas.microsoft.com/office/drawing/2014/main" id="{BE6A6E60-0F31-180B-5E3F-E85797977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33" y="6667500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32">
            <a:extLst>
              <a:ext uri="{FF2B5EF4-FFF2-40B4-BE49-F238E27FC236}">
                <a16:creationId xmlns:a16="http://schemas.microsoft.com/office/drawing/2014/main" id="{DE8990BD-673C-BFDE-354D-14C949F24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79475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9666898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52884"/>
            <a:ext cx="4672584" cy="1453896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2459420"/>
            <a:ext cx="4672584" cy="354569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5D55DF58-60BC-15D0-99C3-6E7F78EBD70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708073" y="852884"/>
            <a:ext cx="5645724" cy="516215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12407CB-320D-5895-BDF5-2C4178E05B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CFCA35D-4F04-2227-AD9D-98F1BD01B7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8A1129D-5B96-F258-CFFC-CF58226A72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6" name="Straight Connector 31">
            <a:extLst>
              <a:ext uri="{FF2B5EF4-FFF2-40B4-BE49-F238E27FC236}">
                <a16:creationId xmlns:a16="http://schemas.microsoft.com/office/drawing/2014/main" id="{BE6A6E60-0F31-180B-5E3F-E85797977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32">
            <a:extLst>
              <a:ext uri="{FF2B5EF4-FFF2-40B4-BE49-F238E27FC236}">
                <a16:creationId xmlns:a16="http://schemas.microsoft.com/office/drawing/2014/main" id="{DE8990BD-673C-BFDE-354D-14C949F24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5076145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73725"/>
            <a:ext cx="3657603" cy="1453896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2490951"/>
            <a:ext cx="3657603" cy="3493323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39B8D2C3-5A67-946F-8429-CD7583E6B23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73600" y="873726"/>
            <a:ext cx="6680197" cy="514131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E0A59B4-299A-C00C-5665-5D12C9EBBA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9C32A1D-8E68-C458-3E60-D6054C9204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1D864DC-4F3D-BA46-DED4-8D088584F2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24" name="Straight Connector 31">
            <a:extLst>
              <a:ext uri="{FF2B5EF4-FFF2-40B4-BE49-F238E27FC236}">
                <a16:creationId xmlns:a16="http://schemas.microsoft.com/office/drawing/2014/main" id="{E5C9C418-CC1A-8074-2930-D56275515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32">
            <a:extLst>
              <a:ext uri="{FF2B5EF4-FFF2-40B4-BE49-F238E27FC236}">
                <a16:creationId xmlns:a16="http://schemas.microsoft.com/office/drawing/2014/main" id="{87758AAB-3FDA-3A2F-37ED-381B84536B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4785067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F4F8927-891C-4D7A-C2D3-6EB5EF671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0489314B-CDC1-7F7E-C4DD-AAC0E5222B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97668"/>
            <a:ext cx="7525512" cy="1028411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81D3DD9-10C8-C207-1E50-5F75DFD052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AA3F5E3-D7B9-CD19-945F-38980AEB92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FC4A806-42ED-564D-542E-AAAA4EAFD3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8" name="Straight Connector 31">
            <a:extLst>
              <a:ext uri="{FF2B5EF4-FFF2-40B4-BE49-F238E27FC236}">
                <a16:creationId xmlns:a16="http://schemas.microsoft.com/office/drawing/2014/main" id="{36CD38AE-A66F-08B7-774A-86EA48DC6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32">
            <a:extLst>
              <a:ext uri="{FF2B5EF4-FFF2-40B4-BE49-F238E27FC236}">
                <a16:creationId xmlns:a16="http://schemas.microsoft.com/office/drawing/2014/main" id="{96229C75-1749-7A15-57EA-3F40239C07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99731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1103858D-9532-D59F-FE73-A52EB24F30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A34F1EA-1A45-A729-FE88-FBF390F44E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7189E61-2D87-C5BC-948B-835B50188A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4" name="Straight Connector 31">
            <a:extLst>
              <a:ext uri="{FF2B5EF4-FFF2-40B4-BE49-F238E27FC236}">
                <a16:creationId xmlns:a16="http://schemas.microsoft.com/office/drawing/2014/main" id="{B99A632E-EAA8-D126-AC93-60A78F8F8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32">
            <a:extLst>
              <a:ext uri="{FF2B5EF4-FFF2-40B4-BE49-F238E27FC236}">
                <a16:creationId xmlns:a16="http://schemas.microsoft.com/office/drawing/2014/main" id="{28CDBC42-8DE5-DE9A-947A-15C0C6B2D5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8588250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A2BA1728-455B-BDAB-6419-C04536C197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DDBA5A5-E947-E342-A677-E3AFE378DD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EDC2686-2DAB-B424-F10D-506D01DF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4" name="Straight Connector 31">
            <a:extLst>
              <a:ext uri="{FF2B5EF4-FFF2-40B4-BE49-F238E27FC236}">
                <a16:creationId xmlns:a16="http://schemas.microsoft.com/office/drawing/2014/main" id="{6D22A03E-28FE-53DA-5B6A-383215ED1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32">
            <a:extLst>
              <a:ext uri="{FF2B5EF4-FFF2-40B4-BE49-F238E27FC236}">
                <a16:creationId xmlns:a16="http://schemas.microsoft.com/office/drawing/2014/main" id="{81A987AB-C78C-597A-CC63-6E545EDEC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8942637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E4E269EE-28E5-BB8D-160A-2C905B350D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2D3A4CC-2170-D513-478A-C60C50FE1F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F018A10-98B1-2374-E4F2-709B641CBA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3" name="Straight Connector 31">
            <a:extLst>
              <a:ext uri="{FF2B5EF4-FFF2-40B4-BE49-F238E27FC236}">
                <a16:creationId xmlns:a16="http://schemas.microsoft.com/office/drawing/2014/main" id="{173B7D00-3E0F-D372-F868-E62DE8E2C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2">
            <a:extLst>
              <a:ext uri="{FF2B5EF4-FFF2-40B4-BE49-F238E27FC236}">
                <a16:creationId xmlns:a16="http://schemas.microsoft.com/office/drawing/2014/main" id="{D187FA62-E4DF-283A-B2BB-2DADBA4EE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0333236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919"/>
            <a:ext cx="10515600" cy="1132258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0961250B-543A-6F37-305B-5397B2D57B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4000" y="2115128"/>
            <a:ext cx="5157788" cy="390388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101C122A-4474-6AF3-590D-B93E5FF99B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64812" y="2115128"/>
            <a:ext cx="5183188" cy="390388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7404D35-FA36-303B-9506-3CD0CAF6E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ABACB02-8504-5F46-9D13-168C82E2BC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F408501-24D6-36DD-2B2F-A53D1749A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2" name="Straight Connector 31">
            <a:extLst>
              <a:ext uri="{FF2B5EF4-FFF2-40B4-BE49-F238E27FC236}">
                <a16:creationId xmlns:a16="http://schemas.microsoft.com/office/drawing/2014/main" id="{6295426D-7EC9-29C7-0CAD-C64EF81840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2">
            <a:extLst>
              <a:ext uri="{FF2B5EF4-FFF2-40B4-BE49-F238E27FC236}">
                <a16:creationId xmlns:a16="http://schemas.microsoft.com/office/drawing/2014/main" id="{692CB063-86B6-5775-3AD2-DF4E29DD1C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9752768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374" y="838988"/>
            <a:ext cx="10461626" cy="1143292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000" y="21429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4000" y="2844801"/>
            <a:ext cx="5157788" cy="31742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4812" y="21429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64812" y="2844801"/>
            <a:ext cx="5183188" cy="31742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15B9C-3B12-7D73-101A-B7FF5D4562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95282CE-2FB9-AAD9-5683-E23E63D4438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607876E-CDDA-8EC2-D2D8-B041DA0D03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8" name="Straight Connector 31">
            <a:extLst>
              <a:ext uri="{FF2B5EF4-FFF2-40B4-BE49-F238E27FC236}">
                <a16:creationId xmlns:a16="http://schemas.microsoft.com/office/drawing/2014/main" id="{54FAAA69-6617-A985-B5BC-8A450B7E45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32">
            <a:extLst>
              <a:ext uri="{FF2B5EF4-FFF2-40B4-BE49-F238E27FC236}">
                <a16:creationId xmlns:a16="http://schemas.microsoft.com/office/drawing/2014/main" id="{F7CDD230-E1EB-AB97-AA97-B6811E8B3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3713795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9411AC7-7C73-0770-E586-60D7DF67D7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89A02A4-90B2-F621-2C48-0538569276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B2197B5-4EE8-CC14-4097-04B951FD94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62274326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175" y="831919"/>
            <a:ext cx="7342307" cy="1791217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60427" y="3280496"/>
            <a:ext cx="10504000" cy="274320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F8D387AC-5041-4BBD-7A52-6E3AE9E5B8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6385A3C-B30C-0D20-0384-965032C543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5E3BB09-562E-C7FE-E47E-94C117C17E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5" name="Straight Connector 31">
            <a:extLst>
              <a:ext uri="{FF2B5EF4-FFF2-40B4-BE49-F238E27FC236}">
                <a16:creationId xmlns:a16="http://schemas.microsoft.com/office/drawing/2014/main" id="{8018DAF8-7D84-87BB-5E5A-4E2B4E47C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32">
            <a:extLst>
              <a:ext uri="{FF2B5EF4-FFF2-40B4-BE49-F238E27FC236}">
                <a16:creationId xmlns:a16="http://schemas.microsoft.com/office/drawing/2014/main" id="{F8DD68C9-ACCE-74DD-5873-5F94A7E756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7890228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1627318"/>
            <a:ext cx="8430767" cy="1842020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4128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C23B652D-563A-C94A-A80F-37E30BB00C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6B469B7B-575C-C7B6-33FA-91A14DEF47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4084A6E-E5C4-0F80-C9A8-1A03B598C6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5" name="Straight Connector 31">
            <a:extLst>
              <a:ext uri="{FF2B5EF4-FFF2-40B4-BE49-F238E27FC236}">
                <a16:creationId xmlns:a16="http://schemas.microsoft.com/office/drawing/2014/main" id="{83A4E4F4-19A2-02D9-2198-CCD4837C1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32">
            <a:extLst>
              <a:ext uri="{FF2B5EF4-FFF2-40B4-BE49-F238E27FC236}">
                <a16:creationId xmlns:a16="http://schemas.microsoft.com/office/drawing/2014/main" id="{0E658B9B-3A7A-CA54-A5EF-D656D0A1F5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4460779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 Text Boxes T22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0176E-FDDF-30CB-EB74-A75B39D05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6" y="583762"/>
            <a:ext cx="7313081" cy="1268686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C0C34D-8F75-41B3-4243-E45FBD015B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1400"/>
            </a:lvl1pPr>
          </a:lstStyle>
          <a:p>
            <a:r>
              <a:rPr lang="en-ID"/>
              <a:t>PRESENTATION TITLE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57C9BE17-F195-B7D7-9906-3F68C4E5F43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99015" y="2480765"/>
            <a:ext cx="7313082" cy="77678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tx1"/>
                </a:solidFill>
              </a:defRPr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0A29CEF9-B40D-3AB5-A905-56DCD5DA44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99015" y="2076846"/>
            <a:ext cx="7313082" cy="3696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8A9BE80-1B75-3817-195A-B531368899F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99015" y="3989109"/>
            <a:ext cx="7313082" cy="77678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tx1"/>
                </a:solidFill>
              </a:defRPr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EB97CE0F-425D-D355-F103-AEA74543D4B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9015" y="3585190"/>
            <a:ext cx="7313082" cy="3696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FA2B17C2-21D6-A744-F979-E37E1F13B7B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9015" y="5497452"/>
            <a:ext cx="7313082" cy="77678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tx1"/>
                </a:solidFill>
              </a:defRPr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F8519AB0-A678-3458-92CD-D41756BB8FB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9015" y="5093533"/>
            <a:ext cx="7313082" cy="3696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0" name="Picture Placeholder 5">
            <a:extLst>
              <a:ext uri="{FF2B5EF4-FFF2-40B4-BE49-F238E27FC236}">
                <a16:creationId xmlns:a16="http://schemas.microsoft.com/office/drawing/2014/main" id="{D93D0807-E56D-3914-FFD5-0C050D10769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15300" y="584200"/>
            <a:ext cx="3333749" cy="5689600"/>
          </a:xfrm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86513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4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2.png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59.xml"/><Relationship Id="rId21" Type="http://schemas.openxmlformats.org/officeDocument/2006/relationships/slideLayout" Target="../slideLayouts/slideLayout54.xml"/><Relationship Id="rId42" Type="http://schemas.openxmlformats.org/officeDocument/2006/relationships/slideLayout" Target="../slideLayouts/slideLayout75.xml"/><Relationship Id="rId47" Type="http://schemas.openxmlformats.org/officeDocument/2006/relationships/slideLayout" Target="../slideLayouts/slideLayout80.xml"/><Relationship Id="rId63" Type="http://schemas.openxmlformats.org/officeDocument/2006/relationships/slideLayout" Target="../slideLayouts/slideLayout96.xml"/><Relationship Id="rId68" Type="http://schemas.openxmlformats.org/officeDocument/2006/relationships/theme" Target="../theme/theme2.xml"/><Relationship Id="rId7" Type="http://schemas.openxmlformats.org/officeDocument/2006/relationships/slideLayout" Target="../slideLayouts/slideLayout40.xml"/><Relationship Id="rId71" Type="http://schemas.openxmlformats.org/officeDocument/2006/relationships/image" Target="../media/image4.png"/><Relationship Id="rId2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49.xml"/><Relationship Id="rId29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44.xml"/><Relationship Id="rId24" Type="http://schemas.openxmlformats.org/officeDocument/2006/relationships/slideLayout" Target="../slideLayouts/slideLayout57.xml"/><Relationship Id="rId32" Type="http://schemas.openxmlformats.org/officeDocument/2006/relationships/slideLayout" Target="../slideLayouts/slideLayout65.xml"/><Relationship Id="rId37" Type="http://schemas.openxmlformats.org/officeDocument/2006/relationships/slideLayout" Target="../slideLayouts/slideLayout70.xml"/><Relationship Id="rId40" Type="http://schemas.openxmlformats.org/officeDocument/2006/relationships/slideLayout" Target="../slideLayouts/slideLayout73.xml"/><Relationship Id="rId45" Type="http://schemas.openxmlformats.org/officeDocument/2006/relationships/slideLayout" Target="../slideLayouts/slideLayout78.xml"/><Relationship Id="rId53" Type="http://schemas.openxmlformats.org/officeDocument/2006/relationships/slideLayout" Target="../slideLayouts/slideLayout86.xml"/><Relationship Id="rId58" Type="http://schemas.openxmlformats.org/officeDocument/2006/relationships/slideLayout" Target="../slideLayouts/slideLayout91.xml"/><Relationship Id="rId66" Type="http://schemas.openxmlformats.org/officeDocument/2006/relationships/slideLayout" Target="../slideLayouts/slideLayout99.xml"/><Relationship Id="rId5" Type="http://schemas.openxmlformats.org/officeDocument/2006/relationships/slideLayout" Target="../slideLayouts/slideLayout38.xml"/><Relationship Id="rId61" Type="http://schemas.openxmlformats.org/officeDocument/2006/relationships/slideLayout" Target="../slideLayouts/slideLayout94.xml"/><Relationship Id="rId19" Type="http://schemas.openxmlformats.org/officeDocument/2006/relationships/slideLayout" Target="../slideLayouts/slideLayout52.xml"/><Relationship Id="rId14" Type="http://schemas.openxmlformats.org/officeDocument/2006/relationships/slideLayout" Target="../slideLayouts/slideLayout47.xml"/><Relationship Id="rId22" Type="http://schemas.openxmlformats.org/officeDocument/2006/relationships/slideLayout" Target="../slideLayouts/slideLayout55.xml"/><Relationship Id="rId27" Type="http://schemas.openxmlformats.org/officeDocument/2006/relationships/slideLayout" Target="../slideLayouts/slideLayout60.xml"/><Relationship Id="rId30" Type="http://schemas.openxmlformats.org/officeDocument/2006/relationships/slideLayout" Target="../slideLayouts/slideLayout63.xml"/><Relationship Id="rId35" Type="http://schemas.openxmlformats.org/officeDocument/2006/relationships/slideLayout" Target="../slideLayouts/slideLayout68.xml"/><Relationship Id="rId43" Type="http://schemas.openxmlformats.org/officeDocument/2006/relationships/slideLayout" Target="../slideLayouts/slideLayout76.xml"/><Relationship Id="rId48" Type="http://schemas.openxmlformats.org/officeDocument/2006/relationships/slideLayout" Target="../slideLayouts/slideLayout81.xml"/><Relationship Id="rId56" Type="http://schemas.openxmlformats.org/officeDocument/2006/relationships/slideLayout" Target="../slideLayouts/slideLayout89.xml"/><Relationship Id="rId64" Type="http://schemas.openxmlformats.org/officeDocument/2006/relationships/slideLayout" Target="../slideLayouts/slideLayout97.xml"/><Relationship Id="rId69" Type="http://schemas.openxmlformats.org/officeDocument/2006/relationships/image" Target="../media/image2.png"/><Relationship Id="rId8" Type="http://schemas.openxmlformats.org/officeDocument/2006/relationships/slideLayout" Target="../slideLayouts/slideLayout41.xml"/><Relationship Id="rId51" Type="http://schemas.openxmlformats.org/officeDocument/2006/relationships/slideLayout" Target="../slideLayouts/slideLayout84.xml"/><Relationship Id="rId72" Type="http://schemas.openxmlformats.org/officeDocument/2006/relationships/image" Target="../media/image5.png"/><Relationship Id="rId3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5.xml"/><Relationship Id="rId17" Type="http://schemas.openxmlformats.org/officeDocument/2006/relationships/slideLayout" Target="../slideLayouts/slideLayout50.xml"/><Relationship Id="rId25" Type="http://schemas.openxmlformats.org/officeDocument/2006/relationships/slideLayout" Target="../slideLayouts/slideLayout58.xml"/><Relationship Id="rId33" Type="http://schemas.openxmlformats.org/officeDocument/2006/relationships/slideLayout" Target="../slideLayouts/slideLayout66.xml"/><Relationship Id="rId38" Type="http://schemas.openxmlformats.org/officeDocument/2006/relationships/slideLayout" Target="../slideLayouts/slideLayout71.xml"/><Relationship Id="rId46" Type="http://schemas.openxmlformats.org/officeDocument/2006/relationships/slideLayout" Target="../slideLayouts/slideLayout79.xml"/><Relationship Id="rId59" Type="http://schemas.openxmlformats.org/officeDocument/2006/relationships/slideLayout" Target="../slideLayouts/slideLayout92.xml"/><Relationship Id="rId67" Type="http://schemas.openxmlformats.org/officeDocument/2006/relationships/slideLayout" Target="../slideLayouts/slideLayout100.xml"/><Relationship Id="rId20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74.xml"/><Relationship Id="rId54" Type="http://schemas.openxmlformats.org/officeDocument/2006/relationships/slideLayout" Target="../slideLayouts/slideLayout87.xml"/><Relationship Id="rId62" Type="http://schemas.openxmlformats.org/officeDocument/2006/relationships/slideLayout" Target="../slideLayouts/slideLayout95.xml"/><Relationship Id="rId70" Type="http://schemas.openxmlformats.org/officeDocument/2006/relationships/image" Target="../media/image3.png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8.xml"/><Relationship Id="rId23" Type="http://schemas.openxmlformats.org/officeDocument/2006/relationships/slideLayout" Target="../slideLayouts/slideLayout56.xml"/><Relationship Id="rId28" Type="http://schemas.openxmlformats.org/officeDocument/2006/relationships/slideLayout" Target="../slideLayouts/slideLayout61.xml"/><Relationship Id="rId36" Type="http://schemas.openxmlformats.org/officeDocument/2006/relationships/slideLayout" Target="../slideLayouts/slideLayout69.xml"/><Relationship Id="rId49" Type="http://schemas.openxmlformats.org/officeDocument/2006/relationships/slideLayout" Target="../slideLayouts/slideLayout82.xml"/><Relationship Id="rId57" Type="http://schemas.openxmlformats.org/officeDocument/2006/relationships/slideLayout" Target="../slideLayouts/slideLayout90.xml"/><Relationship Id="rId10" Type="http://schemas.openxmlformats.org/officeDocument/2006/relationships/slideLayout" Target="../slideLayouts/slideLayout43.xml"/><Relationship Id="rId31" Type="http://schemas.openxmlformats.org/officeDocument/2006/relationships/slideLayout" Target="../slideLayouts/slideLayout64.xml"/><Relationship Id="rId44" Type="http://schemas.openxmlformats.org/officeDocument/2006/relationships/slideLayout" Target="../slideLayouts/slideLayout77.xml"/><Relationship Id="rId52" Type="http://schemas.openxmlformats.org/officeDocument/2006/relationships/slideLayout" Target="../slideLayouts/slideLayout85.xml"/><Relationship Id="rId60" Type="http://schemas.openxmlformats.org/officeDocument/2006/relationships/slideLayout" Target="../slideLayouts/slideLayout93.xml"/><Relationship Id="rId65" Type="http://schemas.openxmlformats.org/officeDocument/2006/relationships/slideLayout" Target="../slideLayouts/slideLayout98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6.xml"/><Relationship Id="rId18" Type="http://schemas.openxmlformats.org/officeDocument/2006/relationships/slideLayout" Target="../slideLayouts/slideLayout51.xml"/><Relationship Id="rId39" Type="http://schemas.openxmlformats.org/officeDocument/2006/relationships/slideLayout" Target="../slideLayouts/slideLayout72.xml"/><Relationship Id="rId34" Type="http://schemas.openxmlformats.org/officeDocument/2006/relationships/slideLayout" Target="../slideLayouts/slideLayout67.xml"/><Relationship Id="rId50" Type="http://schemas.openxmlformats.org/officeDocument/2006/relationships/slideLayout" Target="../slideLayouts/slideLayout83.xml"/><Relationship Id="rId55" Type="http://schemas.openxmlformats.org/officeDocument/2006/relationships/slideLayout" Target="../slideLayouts/slideLayout8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DA38F49-B3E2-4BF0-BEC7-C30D34ABBB8D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1854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515" r:id="rId1"/>
    <p:sldLayoutId id="2147484516" r:id="rId2"/>
    <p:sldLayoutId id="2147484517" r:id="rId3"/>
    <p:sldLayoutId id="2147484518" r:id="rId4"/>
    <p:sldLayoutId id="2147484519" r:id="rId5"/>
    <p:sldLayoutId id="2147484520" r:id="rId6"/>
    <p:sldLayoutId id="2147484521" r:id="rId7"/>
    <p:sldLayoutId id="2147484522" r:id="rId8"/>
    <p:sldLayoutId id="2147484523" r:id="rId9"/>
    <p:sldLayoutId id="2147484524" r:id="rId10"/>
    <p:sldLayoutId id="2147484525" r:id="rId11"/>
    <p:sldLayoutId id="2147484526" r:id="rId12"/>
    <p:sldLayoutId id="2147484527" r:id="rId13"/>
    <p:sldLayoutId id="2147484528" r:id="rId14"/>
    <p:sldLayoutId id="2147484529" r:id="rId15"/>
    <p:sldLayoutId id="2147484530" r:id="rId16"/>
    <p:sldLayoutId id="2147484531" r:id="rId17"/>
    <p:sldLayoutId id="2147484532" r:id="rId18"/>
    <p:sldLayoutId id="2147483692" r:id="rId19"/>
    <p:sldLayoutId id="2147483922" r:id="rId20"/>
    <p:sldLayoutId id="2147483732" r:id="rId21"/>
    <p:sldLayoutId id="2147484182" r:id="rId22"/>
    <p:sldLayoutId id="2147484116" r:id="rId23"/>
    <p:sldLayoutId id="2147484117" r:id="rId24"/>
    <p:sldLayoutId id="2147484118" r:id="rId25"/>
    <p:sldLayoutId id="2147484500" r:id="rId26"/>
    <p:sldLayoutId id="2147484456" r:id="rId27"/>
    <p:sldLayoutId id="2147484457" r:id="rId28"/>
    <p:sldLayoutId id="2147484458" r:id="rId29"/>
    <p:sldLayoutId id="2147484459" r:id="rId30"/>
    <p:sldLayoutId id="2147484460" r:id="rId31"/>
    <p:sldLayoutId id="2147484461" r:id="rId32"/>
    <p:sldLayoutId id="2147484462" r:id="rId33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69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70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71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7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62492F7-AF48-144F-A38F-899165CDF1AF}" type="datetimeFigureOut">
              <a:rPr lang="en-CN" smtClean="0"/>
              <a:t>11/05/2025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595283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534" r:id="rId1"/>
    <p:sldLayoutId id="2147484535" r:id="rId2"/>
    <p:sldLayoutId id="2147484536" r:id="rId3"/>
    <p:sldLayoutId id="2147484537" r:id="rId4"/>
    <p:sldLayoutId id="2147484538" r:id="rId5"/>
    <p:sldLayoutId id="2147484539" r:id="rId6"/>
    <p:sldLayoutId id="2147484540" r:id="rId7"/>
    <p:sldLayoutId id="2147484541" r:id="rId8"/>
    <p:sldLayoutId id="2147484542" r:id="rId9"/>
    <p:sldLayoutId id="2147484543" r:id="rId10"/>
    <p:sldLayoutId id="2147484544" r:id="rId11"/>
    <p:sldLayoutId id="2147484545" r:id="rId12"/>
    <p:sldLayoutId id="2147484546" r:id="rId13"/>
    <p:sldLayoutId id="2147484547" r:id="rId14"/>
    <p:sldLayoutId id="2147484548" r:id="rId15"/>
    <p:sldLayoutId id="2147484549" r:id="rId16"/>
    <p:sldLayoutId id="2147484550" r:id="rId17"/>
    <p:sldLayoutId id="2147484551" r:id="rId18"/>
    <p:sldLayoutId id="2147484552" r:id="rId19"/>
    <p:sldLayoutId id="2147484553" r:id="rId20"/>
    <p:sldLayoutId id="2147484554" r:id="rId21"/>
    <p:sldLayoutId id="2147484555" r:id="rId22"/>
    <p:sldLayoutId id="2147484556" r:id="rId23"/>
    <p:sldLayoutId id="2147484557" r:id="rId24"/>
    <p:sldLayoutId id="2147484558" r:id="rId25"/>
    <p:sldLayoutId id="2147484559" r:id="rId26"/>
    <p:sldLayoutId id="2147484560" r:id="rId27"/>
    <p:sldLayoutId id="2147484561" r:id="rId28"/>
    <p:sldLayoutId id="2147484562" r:id="rId29"/>
    <p:sldLayoutId id="2147484563" r:id="rId30"/>
    <p:sldLayoutId id="2147484564" r:id="rId31"/>
    <p:sldLayoutId id="2147484565" r:id="rId32"/>
    <p:sldLayoutId id="2147484566" r:id="rId33"/>
    <p:sldLayoutId id="2147484567" r:id="rId34"/>
    <p:sldLayoutId id="2147484568" r:id="rId35"/>
    <p:sldLayoutId id="2147484569" r:id="rId36"/>
    <p:sldLayoutId id="2147484570" r:id="rId37"/>
    <p:sldLayoutId id="2147484571" r:id="rId38"/>
    <p:sldLayoutId id="2147484572" r:id="rId39"/>
    <p:sldLayoutId id="2147484573" r:id="rId40"/>
    <p:sldLayoutId id="2147484574" r:id="rId41"/>
    <p:sldLayoutId id="2147484575" r:id="rId42"/>
    <p:sldLayoutId id="2147484576" r:id="rId43"/>
    <p:sldLayoutId id="2147484577" r:id="rId44"/>
    <p:sldLayoutId id="2147484578" r:id="rId45"/>
    <p:sldLayoutId id="2147484579" r:id="rId46"/>
    <p:sldLayoutId id="2147484580" r:id="rId47"/>
    <p:sldLayoutId id="2147484581" r:id="rId48"/>
    <p:sldLayoutId id="2147484582" r:id="rId49"/>
    <p:sldLayoutId id="2147484583" r:id="rId50"/>
    <p:sldLayoutId id="2147484584" r:id="rId51"/>
    <p:sldLayoutId id="2147484585" r:id="rId52"/>
    <p:sldLayoutId id="2147484586" r:id="rId53"/>
    <p:sldLayoutId id="2147484587" r:id="rId54"/>
    <p:sldLayoutId id="2147484588" r:id="rId55"/>
    <p:sldLayoutId id="2147484589" r:id="rId56"/>
    <p:sldLayoutId id="2147484590" r:id="rId57"/>
    <p:sldLayoutId id="2147484591" r:id="rId58"/>
    <p:sldLayoutId id="2147484592" r:id="rId59"/>
    <p:sldLayoutId id="2147484593" r:id="rId60"/>
    <p:sldLayoutId id="2147484594" r:id="rId61"/>
    <p:sldLayoutId id="2147484595" r:id="rId62"/>
    <p:sldLayoutId id="2147484596" r:id="rId63"/>
    <p:sldLayoutId id="2147484597" r:id="rId64"/>
    <p:sldLayoutId id="2147484598" r:id="rId65"/>
    <p:sldLayoutId id="2147484599" r:id="rId66"/>
    <p:sldLayoutId id="2147484600" r:id="rId6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>
          <p15:clr>
            <a:srgbClr val="F26B43"/>
          </p15:clr>
        </p15:guide>
        <p15:guide id="2" pos="7256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28">
          <p15:clr>
            <a:srgbClr val="F26B43"/>
          </p15:clr>
        </p15:guide>
        <p15:guide id="6" orient="horz" pos="386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barovilla2021@fau.edu" TargetMode="External"/><Relationship Id="rId2" Type="http://schemas.openxmlformats.org/officeDocument/2006/relationships/hyperlink" Target="mailto:jadegboyo2023@fau.edu" TargetMode="Externa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6.png"/><Relationship Id="rId5" Type="http://schemas.openxmlformats.org/officeDocument/2006/relationships/hyperlink" Target="mailto:bparker2012@fau.edu" TargetMode="External"/><Relationship Id="rId4" Type="http://schemas.openxmlformats.org/officeDocument/2006/relationships/hyperlink" Target="mailto:ncampos2022@fau.edu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5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5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6F0DE-C48F-4911-F606-5027160085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123" y="-1231797"/>
            <a:ext cx="5777442" cy="3960876"/>
          </a:xfrm>
        </p:spPr>
        <p:txBody>
          <a:bodyPr/>
          <a:lstStyle/>
          <a:p>
            <a:r>
              <a:rPr lang="en-US" altLang="zh-CN" dirty="0">
                <a:latin typeface="Cambria" panose="02040503050406030204" pitchFamily="18" charset="0"/>
                <a:ea typeface="Cambria" panose="02040503050406030204" pitchFamily="18" charset="0"/>
              </a:rPr>
              <a:t>Florida Atlantic University</a:t>
            </a:r>
            <a:endParaRPr lang="zh-CN" altLang="en-US" dirty="0">
              <a:latin typeface="Cambria" panose="02040503050406030204" pitchFamily="18" charset="0"/>
            </a:endParaRPr>
          </a:p>
        </p:txBody>
      </p:sp>
      <p:sp>
        <p:nvSpPr>
          <p:cNvPr id="3" name="Subetitle 2">
            <a:extLst>
              <a:ext uri="{FF2B5EF4-FFF2-40B4-BE49-F238E27FC236}">
                <a16:creationId xmlns:a16="http://schemas.microsoft.com/office/drawing/2014/main" id="{DA09D1C4-F071-7D9B-6EDA-5FA84A2098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5123" y="2989259"/>
            <a:ext cx="5779314" cy="1174224"/>
          </a:xfrm>
        </p:spPr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Project Title: Breast Cancer Stage Classification with miRNA </a:t>
            </a:r>
            <a:endParaRPr lang="zh-CN" altLang="zh-CN" dirty="0">
              <a:latin typeface="Cambria" panose="02040503050406030204" pitchFamily="18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DE92664-4FDE-648E-1FAC-72385D3AA01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9578" y="4423663"/>
            <a:ext cx="5198047" cy="1826860"/>
          </a:xfrm>
        </p:spPr>
        <p:txBody>
          <a:bodyPr/>
          <a:lstStyle/>
          <a:p>
            <a:pPr fontAlgn="base">
              <a:lnSpc>
                <a:spcPct val="100000"/>
              </a:lnSpc>
            </a:pP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Project Members: 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Group #44</a:t>
            </a:r>
          </a:p>
          <a:p>
            <a:pPr fontAlgn="base">
              <a:lnSpc>
                <a:spcPct val="100000"/>
              </a:lnSpc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Joshua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Adegboyo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1600" u="sng" dirty="0">
                <a:latin typeface="Cambria" panose="02040503050406030204" pitchFamily="18" charset="0"/>
                <a:ea typeface="Cambria" panose="02040503050406030204" pitchFamily="18" charset="0"/>
                <a:hlinkClick r:id="rId2"/>
              </a:rPr>
              <a:t>jadegboyo2023@fau.edu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fontAlgn="base">
              <a:lnSpc>
                <a:spcPct val="100000"/>
              </a:lnSpc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Anika Baro Villa: </a:t>
            </a:r>
            <a:r>
              <a:rPr lang="en-US" sz="1600" u="sng" dirty="0"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abarovilla2021@fau.edu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</a:p>
          <a:p>
            <a:pPr fontAlgn="base">
              <a:lnSpc>
                <a:spcPct val="100000"/>
              </a:lnSpc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Nicholas Campos: </a:t>
            </a:r>
            <a:r>
              <a:rPr lang="en-US" sz="1600" u="sng" dirty="0">
                <a:latin typeface="Cambria" panose="02040503050406030204" pitchFamily="18" charset="0"/>
                <a:ea typeface="Cambria" panose="02040503050406030204" pitchFamily="18" charset="0"/>
                <a:hlinkClick r:id="rId4"/>
              </a:rPr>
              <a:t>ncampos2022@fau.edu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</a:p>
          <a:p>
            <a:pPr fontAlgn="base">
              <a:lnSpc>
                <a:spcPct val="100000"/>
              </a:lnSpc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Brehon Parker: </a:t>
            </a:r>
            <a:r>
              <a:rPr lang="en-US" sz="1600" u="sng" dirty="0">
                <a:latin typeface="Cambria" panose="02040503050406030204" pitchFamily="18" charset="0"/>
                <a:ea typeface="Cambria" panose="02040503050406030204" pitchFamily="18" charset="0"/>
                <a:hlinkClick r:id="rId5"/>
              </a:rPr>
              <a:t>bparker2012@fau.edu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</a:p>
          <a:p>
            <a:endParaRPr lang="en-US" sz="10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028" name="Picture 4" descr="Florida Atlantic University Owl Head logo">
            <a:extLst>
              <a:ext uri="{FF2B5EF4-FFF2-40B4-BE49-F238E27FC236}">
                <a16:creationId xmlns:a16="http://schemas.microsoft.com/office/drawing/2014/main" id="{0A341F6F-A5A8-17F2-D054-AFDB4DCAD4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2565" y="1786228"/>
            <a:ext cx="5022282" cy="2883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9216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2EE096A-A94C-7797-9170-53F31AF63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70EFC189-2B22-6133-A1EA-DC0FA61A2088}"/>
              </a:ext>
            </a:extLst>
          </p:cNvPr>
          <p:cNvSpPr txBox="1">
            <a:spLocks/>
          </p:cNvSpPr>
          <p:nvPr/>
        </p:nvSpPr>
        <p:spPr>
          <a:xfrm>
            <a:off x="586722" y="470003"/>
            <a:ext cx="7237763" cy="79999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Objective &amp; Approach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宋体" panose="02010600030101010101" pitchFamily="2" charset="-122"/>
              <a:cs typeface="+mj-cs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6F1D6BF7-9C00-5F0B-CFEB-AC2A90C1AA9E}"/>
              </a:ext>
            </a:extLst>
          </p:cNvPr>
          <p:cNvSpPr txBox="1">
            <a:spLocks/>
          </p:cNvSpPr>
          <p:nvPr/>
        </p:nvSpPr>
        <p:spPr>
          <a:xfrm>
            <a:off x="586720" y="3112480"/>
            <a:ext cx="7030035" cy="9734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Goal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5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j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Derive stage-specific miRNA panels and compare traditional, deep-learning, and clustering methods.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j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Assess accuracy and interpretability under class imbalance and stage heterogeneity.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37D4CDD-78B6-161C-F118-209E67C110A0}"/>
              </a:ext>
            </a:extLst>
          </p:cNvPr>
          <p:cNvSpPr txBox="1">
            <a:spLocks/>
          </p:cNvSpPr>
          <p:nvPr/>
        </p:nvSpPr>
        <p:spPr>
          <a:xfrm>
            <a:off x="586720" y="4526872"/>
            <a:ext cx="7030035" cy="164687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Innovation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5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j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Stage-wise study: 12 feature-selection methods across 3 families.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j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Consensus panels: majority vote + intersection to stabilize selections.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j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Practical validation: 70/30 stratified split for Stages I–III; stratified 5-fold CV for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       Stage IV (only 15 positives), with imbalance-aware training.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03EB49C-7611-60D9-DAD2-11AF11D6C53D}"/>
              </a:ext>
            </a:extLst>
          </p:cNvPr>
          <p:cNvSpPr txBox="1">
            <a:spLocks/>
          </p:cNvSpPr>
          <p:nvPr/>
        </p:nvSpPr>
        <p:spPr>
          <a:xfrm>
            <a:off x="586720" y="1546604"/>
            <a:ext cx="7030035" cy="9734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Problem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5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j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Current breast cancer staging depends on invasive biopsies; miRNA profiles could aid diagnosis with no extra procedures.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j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宋体" panose="02010600030101010101" pitchFamily="2" charset="-122"/>
                <a:cs typeface="+mj-cs"/>
              </a:rPr>
              <a:t>Challenges: 1,881 features, limited samples, and inconsistent feature-selection outputs reduce reliability.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宋体" panose="02010600030101010101" pitchFamily="2" charset="-122"/>
              <a:cs typeface="+mj-cs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512FCEA-B029-948D-6BD5-3D13A87F8C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424176" y="1190975"/>
            <a:ext cx="3181102" cy="507588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94349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BF31F90-0DA6-1812-8240-8686679AA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680B349-E932-930B-9B33-74F1E6C78E18}"/>
              </a:ext>
            </a:extLst>
          </p:cNvPr>
          <p:cNvSpPr txBox="1">
            <a:spLocks/>
          </p:cNvSpPr>
          <p:nvPr/>
        </p:nvSpPr>
        <p:spPr>
          <a:xfrm>
            <a:off x="586723" y="470003"/>
            <a:ext cx="6254344" cy="799997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What has been done? 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E038C70-8E48-5AED-843D-F8A0FC6D0698}"/>
              </a:ext>
            </a:extLst>
          </p:cNvPr>
          <p:cNvSpPr txBox="1">
            <a:spLocks/>
          </p:cNvSpPr>
          <p:nvPr/>
        </p:nvSpPr>
        <p:spPr>
          <a:xfrm>
            <a:off x="1043836" y="3847972"/>
            <a:ext cx="7117670" cy="1096153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lt"/>
              </a:rPr>
              <a:t>Stage-wise Feature Selection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j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lt"/>
              </a:rPr>
              <a:t>Traditional: SFS, VT, Chi², LASSO (top-5/10/15)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j-lt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lt"/>
              </a:rPr>
              <a:t>Deep Learning: FNN, DAE, 1D-CNN, LSTM-Seq (top-5/10/15)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j-lt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Clustering: KM, SC, GMM, HC (2 clusters; variable-sized selections)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j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Outputs: 112 ranked miRNA lists | 3 approaches × 4 stages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sz="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       All files validated (header, duplicates, empty checks passed)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79D1FB8-7246-CFDB-C3FB-FAF83C3AC34B}"/>
              </a:ext>
            </a:extLst>
          </p:cNvPr>
          <p:cNvSpPr txBox="1">
            <a:spLocks/>
          </p:cNvSpPr>
          <p:nvPr/>
        </p:nvSpPr>
        <p:spPr>
          <a:xfrm>
            <a:off x="1043836" y="1633526"/>
            <a:ext cx="7360862" cy="740570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lt"/>
              </a:rPr>
              <a:t>Data Preprocessing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j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lt"/>
              </a:rPr>
              <a:t>Downloaded 1,209 TCGA breast-cancer miRNA files (GDC)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j-lt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lt"/>
              </a:rPr>
              <a:t>Extracted RPM-normalized expression (reads_per_million_miRNA_mapped)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j-lt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lt"/>
              </a:rPr>
              <a:t>Linked to clinical metadata via case_id (maps each expression file to the correct patient)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j-lt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lt"/>
              </a:rPr>
              <a:t>Standardized stage labels (collapsed sub-stages, encoded 0–4)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j-lt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lt"/>
              </a:rPr>
              <a:t>Final dataset: 1,209 samples × 1,881 miRNAs with stage labels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j-lt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j-lt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CEECA7-B5E7-F49B-1901-895AFECD2EE4}"/>
              </a:ext>
            </a:extLst>
          </p:cNvPr>
          <p:cNvSpPr txBox="1"/>
          <p:nvPr/>
        </p:nvSpPr>
        <p:spPr>
          <a:xfrm>
            <a:off x="586723" y="1631266"/>
            <a:ext cx="26227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📊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6C936F8-7AF2-7209-9492-58C337A52210}"/>
              </a:ext>
            </a:extLst>
          </p:cNvPr>
          <p:cNvSpPr txBox="1"/>
          <p:nvPr/>
        </p:nvSpPr>
        <p:spPr>
          <a:xfrm>
            <a:off x="586723" y="3809060"/>
            <a:ext cx="767316" cy="6640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🗂️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</p:txBody>
      </p: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6DEA57BA-B81B-1E89-8E8D-465225A61AF2}"/>
              </a:ext>
            </a:extLst>
          </p:cNvPr>
          <p:cNvGraphicFramePr/>
          <p:nvPr/>
        </p:nvGraphicFramePr>
        <p:xfrm>
          <a:off x="9883302" y="5049863"/>
          <a:ext cx="1886864" cy="1555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34981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45A9F8D-9DD3-C2A3-0A39-D8082DE19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DF8FEFE-487C-58A8-B059-00E774E5E079}"/>
              </a:ext>
            </a:extLst>
          </p:cNvPr>
          <p:cNvSpPr txBox="1">
            <a:spLocks/>
          </p:cNvSpPr>
          <p:nvPr/>
        </p:nvSpPr>
        <p:spPr>
          <a:xfrm>
            <a:off x="586723" y="470003"/>
            <a:ext cx="6254344" cy="799997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What has been done? 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A3D4471-13BE-251E-1305-28355ACC76D5}"/>
              </a:ext>
            </a:extLst>
          </p:cNvPr>
          <p:cNvSpPr txBox="1">
            <a:spLocks/>
          </p:cNvSpPr>
          <p:nvPr/>
        </p:nvSpPr>
        <p:spPr>
          <a:xfrm>
            <a:off x="1051218" y="1638127"/>
            <a:ext cx="7477507" cy="118303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Stage-wise Consensus miRNA Panel Generation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j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lt"/>
              </a:rPr>
              <a:t>Consensus rules: Intersection (all 4 agree), Majority (≥2 agree)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j-lt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lt"/>
              </a:rPr>
              <a:t>Applied per family per stage (Traditional, Deep Learning, Clustering)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j-lt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Low intersection reveals high method variability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j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j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BDDA91-448E-DF08-3BE9-8493C30AD46E}"/>
              </a:ext>
            </a:extLst>
          </p:cNvPr>
          <p:cNvSpPr txBox="1">
            <a:spLocks/>
          </p:cNvSpPr>
          <p:nvPr/>
        </p:nvSpPr>
        <p:spPr>
          <a:xfrm>
            <a:off x="1051218" y="3427741"/>
            <a:ext cx="8430818" cy="118303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Stage-wise Classification Evaluation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j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Classifiers Trained: RF, SVM-linear, LR, KNN (balanced class weights)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j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Validation Approach: 70/30 stratified split (I-III) | stratified 5-fold CV (IV; only 15 positives)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j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Metrics Computed: Accuracy, Sensitivity, Specificity, AUC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j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Evaluated both consensus rules (intersection + majority)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13632D-33D9-4938-9060-75B37128EE32}"/>
              </a:ext>
            </a:extLst>
          </p:cNvPr>
          <p:cNvSpPr txBox="1"/>
          <p:nvPr/>
        </p:nvSpPr>
        <p:spPr>
          <a:xfrm>
            <a:off x="586723" y="1650779"/>
            <a:ext cx="7673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🔗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074153-8642-4881-2E40-A8C3A040D261}"/>
              </a:ext>
            </a:extLst>
          </p:cNvPr>
          <p:cNvSpPr txBox="1"/>
          <p:nvPr/>
        </p:nvSpPr>
        <p:spPr>
          <a:xfrm>
            <a:off x="586723" y="3451721"/>
            <a:ext cx="4936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✅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</p:txBody>
      </p:sp>
      <p:graphicFrame>
        <p:nvGraphicFramePr>
          <p:cNvPr id="17" name="Diagram 16">
            <a:extLst>
              <a:ext uri="{FF2B5EF4-FFF2-40B4-BE49-F238E27FC236}">
                <a16:creationId xmlns:a16="http://schemas.microsoft.com/office/drawing/2014/main" id="{06BE234B-3DE0-98F1-AF32-94A2A2306609}"/>
              </a:ext>
            </a:extLst>
          </p:cNvPr>
          <p:cNvGraphicFramePr/>
          <p:nvPr/>
        </p:nvGraphicFramePr>
        <p:xfrm>
          <a:off x="9883302" y="5049863"/>
          <a:ext cx="1886864" cy="1555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4760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5EE5B2D-D2A1-8639-7165-EEFE68CD2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BBDBEF9-4DC7-BA80-596D-F840B32C25EE}"/>
              </a:ext>
            </a:extLst>
          </p:cNvPr>
          <p:cNvSpPr txBox="1">
            <a:spLocks/>
          </p:cNvSpPr>
          <p:nvPr/>
        </p:nvSpPr>
        <p:spPr>
          <a:xfrm>
            <a:off x="586723" y="470003"/>
            <a:ext cx="6254344" cy="799997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Classification 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E1CB05-F915-0373-9A15-993A5445A1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474"/>
          <a:stretch>
            <a:fillRect/>
          </a:stretch>
        </p:blipFill>
        <p:spPr>
          <a:xfrm>
            <a:off x="5913120" y="1591904"/>
            <a:ext cx="5837611" cy="318478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F3BC3C8-5FD9-DBD4-7D76-BB722413DE6E}"/>
              </a:ext>
            </a:extLst>
          </p:cNvPr>
          <p:cNvSpPr txBox="1"/>
          <p:nvPr/>
        </p:nvSpPr>
        <p:spPr>
          <a:xfrm>
            <a:off x="732638" y="1591904"/>
            <a:ext cx="5778641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Best Results Across Methods: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Stage I:    61.4% (Traditional-top5 + SVM)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Stage II:  64.0% (Traditional-top5 + SVM)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Stage III: 61.7% (Clustering + RF)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Stage IV: 84.6% (Traditional-top5 + LR)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9E9211-58E1-E631-8E3A-BA344A573B35}"/>
              </a:ext>
            </a:extLst>
          </p:cNvPr>
          <p:cNvSpPr txBox="1"/>
          <p:nvPr/>
        </p:nvSpPr>
        <p:spPr>
          <a:xfrm>
            <a:off x="732638" y="3191081"/>
            <a:ext cx="4771168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Key Insights: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Traditional methods showed the most consistent performance at our data scale (high dimensionality, limited samples, class imbalance).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Different selectors capture complementary miRNA signals, reinforcing the value of consensus approaches for managing selector variability.</a:t>
            </a:r>
          </a:p>
        </p:txBody>
      </p:sp>
    </p:spTree>
    <p:extLst>
      <p:ext uri="{BB962C8B-B14F-4D97-AF65-F5344CB8AC3E}">
        <p14:creationId xmlns:p14="http://schemas.microsoft.com/office/powerpoint/2010/main" val="1103027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5BBE6-A46B-B37B-9224-7F8EF41B4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>
            <a:normAutofit/>
          </a:bodyPr>
          <a:lstStyle/>
          <a:p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What is next? 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09BA5EF-89EA-7EF4-69E9-7E2B0863C3A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899141" y="2088369"/>
          <a:ext cx="8393717" cy="3596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74522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1_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1ADFE83415AEC498AB6EC5120ABBD1F" ma:contentTypeVersion="12" ma:contentTypeDescription="Create a new document." ma:contentTypeScope="" ma:versionID="f401614888c1aa6561a3f522abf0b40f">
  <xsd:schema xmlns:xsd="http://www.w3.org/2001/XMLSchema" xmlns:xs="http://www.w3.org/2001/XMLSchema" xmlns:p="http://schemas.microsoft.com/office/2006/metadata/properties" xmlns:ns2="a885e660-3154-479b-9d72-8fc522eb29fd" xmlns:ns3="19bebb09-77ff-4d7e-bbb3-0e6a0d0ddf26" targetNamespace="http://schemas.microsoft.com/office/2006/metadata/properties" ma:root="true" ma:fieldsID="df43b704c80aa8abd218882aa30725a9" ns2:_="" ns3:_="">
    <xsd:import namespace="a885e660-3154-479b-9d72-8fc522eb29fd"/>
    <xsd:import namespace="19bebb09-77ff-4d7e-bbb3-0e6a0d0ddf2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85e660-3154-479b-9d72-8fc522eb29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7728a8d2-fce2-4ead-88e1-13feca96807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bebb09-77ff-4d7e-bbb3-0e6a0d0ddf26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1fd562ab-6fec-428b-a302-5f90242bb599}" ma:internalName="TaxCatchAll" ma:showField="CatchAllData" ma:web="19bebb09-77ff-4d7e-bbb3-0e6a0d0ddf2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885e660-3154-479b-9d72-8fc522eb29fd">
      <Terms xmlns="http://schemas.microsoft.com/office/infopath/2007/PartnerControls"/>
    </lcf76f155ced4ddcb4097134ff3c332f>
    <TaxCatchAll xmlns="19bebb09-77ff-4d7e-bbb3-0e6a0d0ddf26" xsi:nil="true"/>
  </documentManagement>
</p:properties>
</file>

<file path=customXml/itemProps1.xml><?xml version="1.0" encoding="utf-8"?>
<ds:datastoreItem xmlns:ds="http://schemas.openxmlformats.org/officeDocument/2006/customXml" ds:itemID="{CC4C7F16-ED81-457E-AE25-90D2F4BDBAA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BFB7771-559E-47FA-A2F9-8D8BC040A10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885e660-3154-479b-9d72-8fc522eb29fd"/>
    <ds:schemaRef ds:uri="19bebb09-77ff-4d7e-bbb3-0e6a0d0ddf2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EDEE79E-4B20-4120-9C5A-49BBF72EE246}">
  <ds:schemaRefs>
    <ds:schemaRef ds:uri="http://www.w3.org/XML/1998/namespace"/>
    <ds:schemaRef ds:uri="http://purl.org/dc/terms/"/>
    <ds:schemaRef ds:uri="http://schemas.microsoft.com/office/2006/documentManagement/types"/>
    <ds:schemaRef ds:uri="http://schemas.microsoft.com/office/infopath/2007/PartnerControls"/>
    <ds:schemaRef ds:uri="a885e660-3154-479b-9d72-8fc522eb29fd"/>
    <ds:schemaRef ds:uri="http://schemas.microsoft.com/office/2006/metadata/properties"/>
    <ds:schemaRef ds:uri="http://schemas.openxmlformats.org/package/2006/metadata/core-properties"/>
    <ds:schemaRef ds:uri="19bebb09-77ff-4d7e-bbb3-0e6a0d0ddf26"/>
    <ds:schemaRef ds:uri="http://purl.org/dc/dcmitype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284</TotalTime>
  <Words>587</Words>
  <Application>Microsoft Office PowerPoint</Application>
  <PresentationFormat>Widescreen</PresentationFormat>
  <Paragraphs>99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Arial</vt:lpstr>
      <vt:lpstr>Cambria</vt:lpstr>
      <vt:lpstr>Century Gothic</vt:lpstr>
      <vt:lpstr>Wingdings 3</vt:lpstr>
      <vt:lpstr>Ion</vt:lpstr>
      <vt:lpstr>1_Ion</vt:lpstr>
      <vt:lpstr>Florida Atlantic University</vt:lpstr>
      <vt:lpstr>PowerPoint Presentation</vt:lpstr>
      <vt:lpstr>PowerPoint Presentation</vt:lpstr>
      <vt:lpstr>PowerPoint Presentation</vt:lpstr>
      <vt:lpstr>PowerPoint Presentation</vt:lpstr>
      <vt:lpstr>What is next?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Adegboyo, Joshua</dc:creator>
  <cp:lastModifiedBy>Anika Baro Villa</cp:lastModifiedBy>
  <cp:revision>56</cp:revision>
  <dcterms:created xsi:type="dcterms:W3CDTF">2025-09-30T22:25:42Z</dcterms:created>
  <dcterms:modified xsi:type="dcterms:W3CDTF">2025-11-05T07:30:39Z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0x01010061ADFE83415AEC498AB6EC5120ABBD1F</vt:lpwstr>
  </property>
  <property fmtid="{D5CDD505-2E9C-101B-9397-08002B2CF9AE}" pid="3" name="MediaServiceImageTags">
    <vt:lpwstr/>
  </property>
</Properties>
</file>