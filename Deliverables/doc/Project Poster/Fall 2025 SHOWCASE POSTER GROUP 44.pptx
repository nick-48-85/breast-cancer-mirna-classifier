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6"/>
  </p:notesMasterIdLst>
  <p:sldIdLst>
    <p:sldId id="268" r:id="rId5"/>
  </p:sldIdLst>
  <p:sldSz cx="43891200" cy="32918400"/>
  <p:notesSz cx="6858000" cy="9144000"/>
  <p:defaultTextStyle>
    <a:defPPr>
      <a:defRPr lang="en-US"/>
    </a:defPPr>
    <a:lvl1pPr marL="0" algn="l" defTabSz="457020" rtl="0" eaLnBrk="1" latinLnBrk="0" hangingPunct="1">
      <a:defRPr sz="1800" kern="1200">
        <a:solidFill>
          <a:schemeClr val="tx1"/>
        </a:solidFill>
        <a:latin typeface="+mn-lt"/>
        <a:ea typeface="+mn-ea"/>
        <a:cs typeface="+mn-cs"/>
      </a:defRPr>
    </a:lvl1pPr>
    <a:lvl2pPr marL="457020" algn="l" defTabSz="457020" rtl="0" eaLnBrk="1" latinLnBrk="0" hangingPunct="1">
      <a:defRPr sz="1800" kern="1200">
        <a:solidFill>
          <a:schemeClr val="tx1"/>
        </a:solidFill>
        <a:latin typeface="+mn-lt"/>
        <a:ea typeface="+mn-ea"/>
        <a:cs typeface="+mn-cs"/>
      </a:defRPr>
    </a:lvl2pPr>
    <a:lvl3pPr marL="914040" algn="l" defTabSz="457020" rtl="0" eaLnBrk="1" latinLnBrk="0" hangingPunct="1">
      <a:defRPr sz="1800" kern="1200">
        <a:solidFill>
          <a:schemeClr val="tx1"/>
        </a:solidFill>
        <a:latin typeface="+mn-lt"/>
        <a:ea typeface="+mn-ea"/>
        <a:cs typeface="+mn-cs"/>
      </a:defRPr>
    </a:lvl3pPr>
    <a:lvl4pPr marL="1371048" algn="l" defTabSz="457020" rtl="0" eaLnBrk="1" latinLnBrk="0" hangingPunct="1">
      <a:defRPr sz="1800" kern="1200">
        <a:solidFill>
          <a:schemeClr val="tx1"/>
        </a:solidFill>
        <a:latin typeface="+mn-lt"/>
        <a:ea typeface="+mn-ea"/>
        <a:cs typeface="+mn-cs"/>
      </a:defRPr>
    </a:lvl4pPr>
    <a:lvl5pPr marL="1828068" algn="l" defTabSz="457020" rtl="0" eaLnBrk="1" latinLnBrk="0" hangingPunct="1">
      <a:defRPr sz="1800" kern="1200">
        <a:solidFill>
          <a:schemeClr val="tx1"/>
        </a:solidFill>
        <a:latin typeface="+mn-lt"/>
        <a:ea typeface="+mn-ea"/>
        <a:cs typeface="+mn-cs"/>
      </a:defRPr>
    </a:lvl5pPr>
    <a:lvl6pPr marL="2285088" algn="l" defTabSz="457020" rtl="0" eaLnBrk="1" latinLnBrk="0" hangingPunct="1">
      <a:defRPr sz="1800" kern="1200">
        <a:solidFill>
          <a:schemeClr val="tx1"/>
        </a:solidFill>
        <a:latin typeface="+mn-lt"/>
        <a:ea typeface="+mn-ea"/>
        <a:cs typeface="+mn-cs"/>
      </a:defRPr>
    </a:lvl6pPr>
    <a:lvl7pPr marL="2742108" algn="l" defTabSz="457020" rtl="0" eaLnBrk="1" latinLnBrk="0" hangingPunct="1">
      <a:defRPr sz="1800" kern="1200">
        <a:solidFill>
          <a:schemeClr val="tx1"/>
        </a:solidFill>
        <a:latin typeface="+mn-lt"/>
        <a:ea typeface="+mn-ea"/>
        <a:cs typeface="+mn-cs"/>
      </a:defRPr>
    </a:lvl7pPr>
    <a:lvl8pPr marL="3199116" algn="l" defTabSz="457020" rtl="0" eaLnBrk="1" latinLnBrk="0" hangingPunct="1">
      <a:defRPr sz="1800" kern="1200">
        <a:solidFill>
          <a:schemeClr val="tx1"/>
        </a:solidFill>
        <a:latin typeface="+mn-lt"/>
        <a:ea typeface="+mn-ea"/>
        <a:cs typeface="+mn-cs"/>
      </a:defRPr>
    </a:lvl8pPr>
    <a:lvl9pPr marL="3656136" algn="l" defTabSz="45702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57C"/>
    <a:srgbClr val="D10F4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87E5D8-6250-45DF-AFC2-6A10AFBF1409}" v="43" dt="2025-11-03T23:10:48.0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808"/>
    <p:restoredTop sz="94680"/>
  </p:normalViewPr>
  <p:slideViewPr>
    <p:cSldViewPr snapToGrid="0" snapToObjects="1">
      <p:cViewPr varScale="1">
        <p:scale>
          <a:sx n="16" d="100"/>
          <a:sy n="16" d="100"/>
        </p:scale>
        <p:origin x="1997" y="120"/>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ika Baro Villa" userId="67a94cae-1fc9-4df6-b5ef-a625656e99ed" providerId="ADAL" clId="{220EC3BC-A61D-4C2A-9580-0D396A49A061}"/>
    <pc:docChg chg="undo custSel addSld delSld modSld">
      <pc:chgData name="Anika Baro Villa" userId="67a94cae-1fc9-4df6-b5ef-a625656e99ed" providerId="ADAL" clId="{220EC3BC-A61D-4C2A-9580-0D396A49A061}" dt="2025-11-04T01:15:47.960" v="210" actId="20577"/>
      <pc:docMkLst>
        <pc:docMk/>
      </pc:docMkLst>
      <pc:sldChg chg="addSp modSp add del mod">
        <pc:chgData name="Anika Baro Villa" userId="67a94cae-1fc9-4df6-b5ef-a625656e99ed" providerId="ADAL" clId="{220EC3BC-A61D-4C2A-9580-0D396A49A061}" dt="2025-11-03T04:49:40.659" v="160" actId="47"/>
        <pc:sldMkLst>
          <pc:docMk/>
          <pc:sldMk cId="2438216132" sldId="260"/>
        </pc:sldMkLst>
      </pc:sldChg>
      <pc:sldChg chg="modSp add del mod">
        <pc:chgData name="Anika Baro Villa" userId="67a94cae-1fc9-4df6-b5ef-a625656e99ed" providerId="ADAL" clId="{220EC3BC-A61D-4C2A-9580-0D396A49A061}" dt="2025-11-03T06:39:48.893" v="164" actId="47"/>
        <pc:sldMkLst>
          <pc:docMk/>
          <pc:sldMk cId="3855107078" sldId="262"/>
        </pc:sldMkLst>
      </pc:sldChg>
      <pc:sldChg chg="add del">
        <pc:chgData name="Anika Baro Villa" userId="67a94cae-1fc9-4df6-b5ef-a625656e99ed" providerId="ADAL" clId="{220EC3BC-A61D-4C2A-9580-0D396A49A061}" dt="2025-11-03T04:49:39.734" v="159" actId="47"/>
        <pc:sldMkLst>
          <pc:docMk/>
          <pc:sldMk cId="1365164356" sldId="263"/>
        </pc:sldMkLst>
      </pc:sldChg>
      <pc:sldChg chg="add del">
        <pc:chgData name="Anika Baro Villa" userId="67a94cae-1fc9-4df6-b5ef-a625656e99ed" providerId="ADAL" clId="{220EC3BC-A61D-4C2A-9580-0D396A49A061}" dt="2025-11-03T04:49:39.003" v="158" actId="47"/>
        <pc:sldMkLst>
          <pc:docMk/>
          <pc:sldMk cId="2874680311" sldId="264"/>
        </pc:sldMkLst>
      </pc:sldChg>
      <pc:sldChg chg="add del">
        <pc:chgData name="Anika Baro Villa" userId="67a94cae-1fc9-4df6-b5ef-a625656e99ed" providerId="ADAL" clId="{220EC3BC-A61D-4C2A-9580-0D396A49A061}" dt="2025-11-03T04:50:45.613" v="162" actId="47"/>
        <pc:sldMkLst>
          <pc:docMk/>
          <pc:sldMk cId="3919769680" sldId="265"/>
        </pc:sldMkLst>
      </pc:sldChg>
      <pc:sldChg chg="add del">
        <pc:chgData name="Anika Baro Villa" userId="67a94cae-1fc9-4df6-b5ef-a625656e99ed" providerId="ADAL" clId="{220EC3BC-A61D-4C2A-9580-0D396A49A061}" dt="2025-11-03T08:27:49.267" v="170" actId="47"/>
        <pc:sldMkLst>
          <pc:docMk/>
          <pc:sldMk cId="831593204" sldId="266"/>
        </pc:sldMkLst>
      </pc:sldChg>
      <pc:sldChg chg="add del">
        <pc:chgData name="Anika Baro Villa" userId="67a94cae-1fc9-4df6-b5ef-a625656e99ed" providerId="ADAL" clId="{220EC3BC-A61D-4C2A-9580-0D396A49A061}" dt="2025-11-03T07:13:02.418" v="168" actId="47"/>
        <pc:sldMkLst>
          <pc:docMk/>
          <pc:sldMk cId="683937898" sldId="267"/>
        </pc:sldMkLst>
      </pc:sldChg>
      <pc:sldChg chg="modSp add del mod">
        <pc:chgData name="Anika Baro Villa" userId="67a94cae-1fc9-4df6-b5ef-a625656e99ed" providerId="ADAL" clId="{220EC3BC-A61D-4C2A-9580-0D396A49A061}" dt="2025-11-03T23:11:21.652" v="208" actId="47"/>
        <pc:sldMkLst>
          <pc:docMk/>
          <pc:sldMk cId="1841057831" sldId="267"/>
        </pc:sldMkLst>
        <pc:spChg chg="mod">
          <ac:chgData name="Anika Baro Villa" userId="67a94cae-1fc9-4df6-b5ef-a625656e99ed" providerId="ADAL" clId="{220EC3BC-A61D-4C2A-9580-0D396A49A061}" dt="2025-11-03T08:30:05.549" v="187" actId="1035"/>
          <ac:spMkLst>
            <pc:docMk/>
            <pc:sldMk cId="1841057831" sldId="267"/>
            <ac:spMk id="35" creationId="{06AF2CD4-5FFE-8DD9-115B-0AFAD571B6DF}"/>
          </ac:spMkLst>
        </pc:spChg>
        <pc:spChg chg="mod">
          <ac:chgData name="Anika Baro Villa" userId="67a94cae-1fc9-4df6-b5ef-a625656e99ed" providerId="ADAL" clId="{220EC3BC-A61D-4C2A-9580-0D396A49A061}" dt="2025-11-03T08:30:05.549" v="187" actId="1035"/>
          <ac:spMkLst>
            <pc:docMk/>
            <pc:sldMk cId="1841057831" sldId="267"/>
            <ac:spMk id="36" creationId="{7B5458EC-2522-006E-0756-4CFEA110D6C5}"/>
          </ac:spMkLst>
        </pc:spChg>
        <pc:spChg chg="mod">
          <ac:chgData name="Anika Baro Villa" userId="67a94cae-1fc9-4df6-b5ef-a625656e99ed" providerId="ADAL" clId="{220EC3BC-A61D-4C2A-9580-0D396A49A061}" dt="2025-11-03T08:29:58.501" v="183" actId="1036"/>
          <ac:spMkLst>
            <pc:docMk/>
            <pc:sldMk cId="1841057831" sldId="267"/>
            <ac:spMk id="38" creationId="{1F96862B-1823-A3D3-CC11-BFD32D73EDA6}"/>
          </ac:spMkLst>
        </pc:spChg>
        <pc:spChg chg="mod">
          <ac:chgData name="Anika Baro Villa" userId="67a94cae-1fc9-4df6-b5ef-a625656e99ed" providerId="ADAL" clId="{220EC3BC-A61D-4C2A-9580-0D396A49A061}" dt="2025-11-03T08:29:58.501" v="183" actId="1036"/>
          <ac:spMkLst>
            <pc:docMk/>
            <pc:sldMk cId="1841057831" sldId="267"/>
            <ac:spMk id="39" creationId="{A1AD5B4F-EF58-6FB4-8CB9-A635C225219E}"/>
          </ac:spMkLst>
        </pc:spChg>
        <pc:picChg chg="mod">
          <ac:chgData name="Anika Baro Villa" userId="67a94cae-1fc9-4df6-b5ef-a625656e99ed" providerId="ADAL" clId="{220EC3BC-A61D-4C2A-9580-0D396A49A061}" dt="2025-11-03T08:31:09.065" v="206" actId="1035"/>
          <ac:picMkLst>
            <pc:docMk/>
            <pc:sldMk cId="1841057831" sldId="267"/>
            <ac:picMk id="6" creationId="{B382F9E2-B039-39C6-B773-BAEBA5C60497}"/>
          </ac:picMkLst>
        </pc:picChg>
      </pc:sldChg>
      <pc:sldChg chg="modSp add mod">
        <pc:chgData name="Anika Baro Villa" userId="67a94cae-1fc9-4df6-b5ef-a625656e99ed" providerId="ADAL" clId="{220EC3BC-A61D-4C2A-9580-0D396A49A061}" dt="2025-11-04T01:15:47.960" v="210" actId="20577"/>
        <pc:sldMkLst>
          <pc:docMk/>
          <pc:sldMk cId="1335996599" sldId="268"/>
        </pc:sldMkLst>
        <pc:spChg chg="mod">
          <ac:chgData name="Anika Baro Villa" userId="67a94cae-1fc9-4df6-b5ef-a625656e99ed" providerId="ADAL" clId="{220EC3BC-A61D-4C2A-9580-0D396A49A061}" dt="2025-11-04T01:15:47.960" v="210" actId="20577"/>
          <ac:spMkLst>
            <pc:docMk/>
            <pc:sldMk cId="1335996599" sldId="268"/>
            <ac:spMk id="20" creationId="{3EDAE91A-44CC-492A-4595-F23CAB21589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363DF7-D1D6-0849-BD92-5A4CD7900F63}" type="datetimeFigureOut">
              <a:t>11/3/2025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05647B-F076-7644-AD6D-3577091B5250}" type="slidenum">
              <a:t>‹#›</a:t>
            </a:fld>
            <a:endParaRPr lang="en-US"/>
          </a:p>
        </p:txBody>
      </p:sp>
    </p:spTree>
    <p:extLst>
      <p:ext uri="{BB962C8B-B14F-4D97-AF65-F5344CB8AC3E}">
        <p14:creationId xmlns:p14="http://schemas.microsoft.com/office/powerpoint/2010/main" val="3737310943"/>
      </p:ext>
    </p:extLst>
  </p:cSld>
  <p:clrMap bg1="lt1" tx1="dk1" bg2="lt2" tx2="dk2" accent1="accent1" accent2="accent2" accent3="accent3" accent4="accent4" accent5="accent5" accent6="accent6" hlink="hlink" folHlink="folHlink"/>
  <p:notesStyle>
    <a:lvl1pPr marL="0" algn="l" defTabSz="3685152" rtl="0" eaLnBrk="1" latinLnBrk="0" hangingPunct="1">
      <a:defRPr sz="4836" kern="1200">
        <a:solidFill>
          <a:schemeClr val="tx1"/>
        </a:solidFill>
        <a:latin typeface="+mn-lt"/>
        <a:ea typeface="+mn-ea"/>
        <a:cs typeface="+mn-cs"/>
      </a:defRPr>
    </a:lvl1pPr>
    <a:lvl2pPr marL="1842576" algn="l" defTabSz="3685152" rtl="0" eaLnBrk="1" latinLnBrk="0" hangingPunct="1">
      <a:defRPr sz="4836" kern="1200">
        <a:solidFill>
          <a:schemeClr val="tx1"/>
        </a:solidFill>
        <a:latin typeface="+mn-lt"/>
        <a:ea typeface="+mn-ea"/>
        <a:cs typeface="+mn-cs"/>
      </a:defRPr>
    </a:lvl2pPr>
    <a:lvl3pPr marL="3685152" algn="l" defTabSz="3685152" rtl="0" eaLnBrk="1" latinLnBrk="0" hangingPunct="1">
      <a:defRPr sz="4836" kern="1200">
        <a:solidFill>
          <a:schemeClr val="tx1"/>
        </a:solidFill>
        <a:latin typeface="+mn-lt"/>
        <a:ea typeface="+mn-ea"/>
        <a:cs typeface="+mn-cs"/>
      </a:defRPr>
    </a:lvl3pPr>
    <a:lvl4pPr marL="5527728" algn="l" defTabSz="3685152" rtl="0" eaLnBrk="1" latinLnBrk="0" hangingPunct="1">
      <a:defRPr sz="4836" kern="1200">
        <a:solidFill>
          <a:schemeClr val="tx1"/>
        </a:solidFill>
        <a:latin typeface="+mn-lt"/>
        <a:ea typeface="+mn-ea"/>
        <a:cs typeface="+mn-cs"/>
      </a:defRPr>
    </a:lvl4pPr>
    <a:lvl5pPr marL="7370304" algn="l" defTabSz="3685152" rtl="0" eaLnBrk="1" latinLnBrk="0" hangingPunct="1">
      <a:defRPr sz="4836" kern="1200">
        <a:solidFill>
          <a:schemeClr val="tx1"/>
        </a:solidFill>
        <a:latin typeface="+mn-lt"/>
        <a:ea typeface="+mn-ea"/>
        <a:cs typeface="+mn-cs"/>
      </a:defRPr>
    </a:lvl5pPr>
    <a:lvl6pPr marL="9212880" algn="l" defTabSz="3685152" rtl="0" eaLnBrk="1" latinLnBrk="0" hangingPunct="1">
      <a:defRPr sz="4836" kern="1200">
        <a:solidFill>
          <a:schemeClr val="tx1"/>
        </a:solidFill>
        <a:latin typeface="+mn-lt"/>
        <a:ea typeface="+mn-ea"/>
        <a:cs typeface="+mn-cs"/>
      </a:defRPr>
    </a:lvl6pPr>
    <a:lvl7pPr marL="11055444" algn="l" defTabSz="3685152" rtl="0" eaLnBrk="1" latinLnBrk="0" hangingPunct="1">
      <a:defRPr sz="4836" kern="1200">
        <a:solidFill>
          <a:schemeClr val="tx1"/>
        </a:solidFill>
        <a:latin typeface="+mn-lt"/>
        <a:ea typeface="+mn-ea"/>
        <a:cs typeface="+mn-cs"/>
      </a:defRPr>
    </a:lvl7pPr>
    <a:lvl8pPr marL="12898020" algn="l" defTabSz="3685152" rtl="0" eaLnBrk="1" latinLnBrk="0" hangingPunct="1">
      <a:defRPr sz="4836" kern="1200">
        <a:solidFill>
          <a:schemeClr val="tx1"/>
        </a:solidFill>
        <a:latin typeface="+mn-lt"/>
        <a:ea typeface="+mn-ea"/>
        <a:cs typeface="+mn-cs"/>
      </a:defRPr>
    </a:lvl8pPr>
    <a:lvl9pPr marL="14740596" algn="l" defTabSz="3685152" rtl="0" eaLnBrk="1" latinLnBrk="0" hangingPunct="1">
      <a:defRPr sz="483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44A7E-167D-3D6B-E3F5-793A2FEBC7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0F97CF-D1C6-F79E-0973-A7FEB3F5B01C}"/>
              </a:ext>
            </a:extLst>
          </p:cNvPr>
          <p:cNvSpPr>
            <a:spLocks noGrp="1" noRot="1" noChangeAspect="1"/>
          </p:cNvSpPr>
          <p:nvPr>
            <p:ph type="sldImg"/>
          </p:nvPr>
        </p:nvSpPr>
        <p:spPr>
          <a:xfrm>
            <a:off x="1371600" y="1143000"/>
            <a:ext cx="4114800" cy="3086100"/>
          </a:xfrm>
        </p:spPr>
        <p:txBody>
          <a:bodyPr/>
          <a:lstStyle/>
          <a:p>
            <a:endParaRPr lang="en-US"/>
          </a:p>
        </p:txBody>
      </p:sp>
      <p:sp>
        <p:nvSpPr>
          <p:cNvPr id="3" name="Notes Placeholder 2">
            <a:extLst>
              <a:ext uri="{FF2B5EF4-FFF2-40B4-BE49-F238E27FC236}">
                <a16:creationId xmlns:a16="http://schemas.microsoft.com/office/drawing/2014/main" id="{C5A2F710-998D-4F28-A5C8-51B1444A273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E2A3B0A-CD19-4D61-7B50-EEA8C34EB161}"/>
              </a:ext>
            </a:extLst>
          </p:cNvPr>
          <p:cNvSpPr>
            <a:spLocks noGrp="1"/>
          </p:cNvSpPr>
          <p:nvPr>
            <p:ph type="sldNum" sz="quarter" idx="5"/>
          </p:nvPr>
        </p:nvSpPr>
        <p:spPr/>
        <p:txBody>
          <a:bodyPr/>
          <a:lstStyle/>
          <a:p>
            <a:fld id="{5405647B-F076-7644-AD6D-3577091B5250}" type="slidenum">
              <a:t>1</a:t>
            </a:fld>
            <a:endParaRPr lang="en-US"/>
          </a:p>
        </p:txBody>
      </p:sp>
    </p:spTree>
    <p:extLst>
      <p:ext uri="{BB962C8B-B14F-4D97-AF65-F5344CB8AC3E}">
        <p14:creationId xmlns:p14="http://schemas.microsoft.com/office/powerpoint/2010/main" val="7379124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Poster Template">
    <p:spTree>
      <p:nvGrpSpPr>
        <p:cNvPr id="1" name=""/>
        <p:cNvGrpSpPr/>
        <p:nvPr/>
      </p:nvGrpSpPr>
      <p:grpSpPr>
        <a:xfrm>
          <a:off x="0" y="0"/>
          <a:ext cx="0" cy="0"/>
          <a:chOff x="0" y="0"/>
          <a:chExt cx="0" cy="0"/>
        </a:xfrm>
      </p:grpSpPr>
      <p:sp>
        <p:nvSpPr>
          <p:cNvPr id="39" name="Picture Placeholder 36">
            <a:extLst>
              <a:ext uri="{FF2B5EF4-FFF2-40B4-BE49-F238E27FC236}">
                <a16:creationId xmlns:a16="http://schemas.microsoft.com/office/drawing/2014/main" id="{331D8A0E-52D0-A144-A451-08B60D5354E2}"/>
              </a:ext>
            </a:extLst>
          </p:cNvPr>
          <p:cNvSpPr>
            <a:spLocks noGrp="1"/>
          </p:cNvSpPr>
          <p:nvPr>
            <p:ph type="pic" sz="quarter" idx="12"/>
          </p:nvPr>
        </p:nvSpPr>
        <p:spPr>
          <a:xfrm>
            <a:off x="1626277" y="5662545"/>
            <a:ext cx="13525392" cy="9244945"/>
          </a:xfrm>
          <a:prstGeom prst="rect">
            <a:avLst/>
          </a:prstGeom>
        </p:spPr>
        <p:txBody>
          <a:bodyPr/>
          <a:lstStyle>
            <a:lvl1pPr marL="0" indent="0">
              <a:buNone/>
              <a:defRPr sz="7992">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46" name="Text Placeholder 45">
            <a:extLst>
              <a:ext uri="{FF2B5EF4-FFF2-40B4-BE49-F238E27FC236}">
                <a16:creationId xmlns:a16="http://schemas.microsoft.com/office/drawing/2014/main" id="{F2D35F21-531F-9E41-9182-5E3EEF79768A}"/>
              </a:ext>
            </a:extLst>
          </p:cNvPr>
          <p:cNvSpPr>
            <a:spLocks noGrp="1"/>
          </p:cNvSpPr>
          <p:nvPr>
            <p:ph type="body" sz="quarter" idx="14" hasCustomPrompt="1"/>
          </p:nvPr>
        </p:nvSpPr>
        <p:spPr>
          <a:xfrm>
            <a:off x="1565916" y="3708394"/>
            <a:ext cx="13354836" cy="880371"/>
          </a:xfrm>
          <a:prstGeom prst="rect">
            <a:avLst/>
          </a:prstGeom>
        </p:spPr>
        <p:txBody>
          <a:bodyPr>
            <a:normAutofit/>
          </a:bodyPr>
          <a:lstStyle>
            <a:lvl1pPr marL="0" indent="0">
              <a:buNone/>
              <a:defRPr sz="4320">
                <a:solidFill>
                  <a:schemeClr val="bg1"/>
                </a:solidFill>
                <a:latin typeface="Lato" panose="020F0502020204030203" pitchFamily="34" charset="0"/>
                <a:ea typeface="Lato" panose="020F0502020204030203" pitchFamily="34" charset="0"/>
                <a:cs typeface="Lato" panose="020F0502020204030203" pitchFamily="34" charset="0"/>
              </a:defRPr>
            </a:lvl1pPr>
            <a:lvl2pPr marL="1645260" indent="0">
              <a:buNone/>
              <a:defRPr/>
            </a:lvl2pPr>
            <a:lvl3pPr marL="3290520" indent="0">
              <a:buNone/>
              <a:defRPr/>
            </a:lvl3pPr>
            <a:lvl4pPr marL="4935780" indent="0">
              <a:buNone/>
              <a:defRPr/>
            </a:lvl4pPr>
            <a:lvl5pPr marL="6581052" indent="0">
              <a:buNone/>
              <a:defRPr/>
            </a:lvl5pPr>
          </a:lstStyle>
          <a:p>
            <a:pPr lvl="0"/>
            <a:r>
              <a:rPr lang="en-US"/>
              <a:t>Sponsored by: “Sponsor Name”</a:t>
            </a:r>
          </a:p>
        </p:txBody>
      </p:sp>
      <p:sp>
        <p:nvSpPr>
          <p:cNvPr id="61" name="Text Placeholder 60">
            <a:extLst>
              <a:ext uri="{FF2B5EF4-FFF2-40B4-BE49-F238E27FC236}">
                <a16:creationId xmlns:a16="http://schemas.microsoft.com/office/drawing/2014/main" id="{2729113F-AAA2-B64A-B331-A1D65EEB8737}"/>
              </a:ext>
            </a:extLst>
          </p:cNvPr>
          <p:cNvSpPr>
            <a:spLocks noGrp="1"/>
          </p:cNvSpPr>
          <p:nvPr>
            <p:ph type="body" sz="quarter" idx="25" hasCustomPrompt="1"/>
          </p:nvPr>
        </p:nvSpPr>
        <p:spPr>
          <a:xfrm>
            <a:off x="15486486" y="478769"/>
            <a:ext cx="6343656" cy="724747"/>
          </a:xfrm>
          <a:prstGeom prst="rect">
            <a:avLst/>
          </a:prstGeom>
        </p:spPr>
        <p:txBody>
          <a:bodyPr>
            <a:noAutofit/>
          </a:bodyPr>
          <a:lstStyle>
            <a:lvl1pPr marL="0" indent="0">
              <a:buNone/>
              <a:defRPr sz="4320">
                <a:solidFill>
                  <a:schemeClr val="bg1"/>
                </a:solidFill>
                <a:latin typeface="Lato" panose="020F0502020204030203" pitchFamily="34" charset="0"/>
                <a:ea typeface="Lato" panose="020F0502020204030203" pitchFamily="34" charset="0"/>
                <a:cs typeface="Lato" panose="020F0502020204030203" pitchFamily="34" charset="0"/>
              </a:defRPr>
            </a:lvl1pPr>
            <a:lvl4pPr marL="4935780" indent="0">
              <a:buNone/>
              <a:defRPr/>
            </a:lvl4pPr>
          </a:lstStyle>
          <a:p>
            <a:pPr lvl="0"/>
            <a:r>
              <a:rPr lang="en-US" dirty="0"/>
              <a:t>Team Members</a:t>
            </a:r>
          </a:p>
        </p:txBody>
      </p:sp>
      <p:sp>
        <p:nvSpPr>
          <p:cNvPr id="62" name="Text Placeholder 60">
            <a:extLst>
              <a:ext uri="{FF2B5EF4-FFF2-40B4-BE49-F238E27FC236}">
                <a16:creationId xmlns:a16="http://schemas.microsoft.com/office/drawing/2014/main" id="{BEB75649-4DD7-F046-88EB-2BA1E2EAED57}"/>
              </a:ext>
            </a:extLst>
          </p:cNvPr>
          <p:cNvSpPr>
            <a:spLocks noGrp="1"/>
          </p:cNvSpPr>
          <p:nvPr>
            <p:ph type="body" sz="quarter" idx="26" hasCustomPrompt="1"/>
          </p:nvPr>
        </p:nvSpPr>
        <p:spPr>
          <a:xfrm>
            <a:off x="15486486" y="1515407"/>
            <a:ext cx="6343656" cy="3073358"/>
          </a:xfrm>
          <a:prstGeom prst="rect">
            <a:avLst/>
          </a:prstGeom>
        </p:spPr>
        <p:txBody>
          <a:bodyPr>
            <a:noAutofit/>
          </a:bodyPr>
          <a:lstStyle>
            <a:lvl1pPr marL="0" indent="0">
              <a:buNone/>
              <a:defRPr sz="3240">
                <a:solidFill>
                  <a:schemeClr val="bg1"/>
                </a:solidFill>
                <a:latin typeface="Lato" panose="020F0502020204030203" pitchFamily="34" charset="0"/>
                <a:ea typeface="Lato" panose="020F0502020204030203" pitchFamily="34" charset="0"/>
                <a:cs typeface="Lato" panose="020F0502020204030203" pitchFamily="34" charset="0"/>
              </a:defRPr>
            </a:lvl1pPr>
            <a:lvl4pPr marL="4935780" indent="0">
              <a:buNone/>
              <a:defRPr/>
            </a:lvl4pPr>
          </a:lstStyle>
          <a:p>
            <a:pPr lvl="0"/>
            <a:r>
              <a:rPr lang="en-US"/>
              <a:t>Fourth level</a:t>
            </a:r>
          </a:p>
        </p:txBody>
      </p:sp>
      <p:sp>
        <p:nvSpPr>
          <p:cNvPr id="63" name="Text Placeholder 60">
            <a:extLst>
              <a:ext uri="{FF2B5EF4-FFF2-40B4-BE49-F238E27FC236}">
                <a16:creationId xmlns:a16="http://schemas.microsoft.com/office/drawing/2014/main" id="{FD0DDE48-2F60-CC4A-970A-CE26C06F5647}"/>
              </a:ext>
            </a:extLst>
          </p:cNvPr>
          <p:cNvSpPr>
            <a:spLocks noGrp="1"/>
          </p:cNvSpPr>
          <p:nvPr>
            <p:ph type="body" sz="quarter" idx="27" hasCustomPrompt="1"/>
          </p:nvPr>
        </p:nvSpPr>
        <p:spPr>
          <a:xfrm>
            <a:off x="22287314" y="478769"/>
            <a:ext cx="9597415" cy="846354"/>
          </a:xfrm>
          <a:prstGeom prst="rect">
            <a:avLst/>
          </a:prstGeom>
        </p:spPr>
        <p:txBody>
          <a:bodyPr>
            <a:noAutofit/>
          </a:bodyPr>
          <a:lstStyle>
            <a:lvl1pPr marL="0" indent="0" algn="l">
              <a:buNone/>
              <a:defRPr sz="4320">
                <a:solidFill>
                  <a:schemeClr val="bg1"/>
                </a:solidFill>
                <a:latin typeface="Lato" panose="020F0502020204030203" pitchFamily="34" charset="0"/>
                <a:ea typeface="Lato" panose="020F0502020204030203" pitchFamily="34" charset="0"/>
                <a:cs typeface="Lato" panose="020F0502020204030203" pitchFamily="34" charset="0"/>
              </a:defRPr>
            </a:lvl1pPr>
            <a:lvl4pPr marL="4935780" indent="0">
              <a:buNone/>
              <a:defRPr/>
            </a:lvl4pPr>
          </a:lstStyle>
          <a:p>
            <a:pPr algn="l"/>
            <a:r>
              <a:rPr lang="en-US" sz="4320" dirty="0">
                <a:latin typeface="Lato" panose="020F0502020204030203" pitchFamily="34" charset="0"/>
                <a:ea typeface="Lato" panose="020F0502020204030203" pitchFamily="34" charset="0"/>
                <a:cs typeface="Lato" panose="020F0502020204030203" pitchFamily="34" charset="0"/>
              </a:rPr>
              <a:t>Faculty Course Coordinator</a:t>
            </a:r>
            <a:endParaRPr lang="en-US" sz="1440" dirty="0">
              <a:effectLst/>
              <a:latin typeface="Lato" panose="020F0502020204030203" pitchFamily="34" charset="0"/>
              <a:ea typeface="Lato" panose="020F0502020204030203" pitchFamily="34" charset="0"/>
              <a:cs typeface="Lato" panose="020F0502020204030203" pitchFamily="34" charset="0"/>
            </a:endParaRPr>
          </a:p>
        </p:txBody>
      </p:sp>
      <p:sp>
        <p:nvSpPr>
          <p:cNvPr id="64" name="Text Placeholder 60">
            <a:extLst>
              <a:ext uri="{FF2B5EF4-FFF2-40B4-BE49-F238E27FC236}">
                <a16:creationId xmlns:a16="http://schemas.microsoft.com/office/drawing/2014/main" id="{85DEC6BF-FE18-B443-8C1F-21542A9E89A8}"/>
              </a:ext>
            </a:extLst>
          </p:cNvPr>
          <p:cNvSpPr>
            <a:spLocks noGrp="1"/>
          </p:cNvSpPr>
          <p:nvPr>
            <p:ph type="body" sz="quarter" idx="28" hasCustomPrompt="1"/>
          </p:nvPr>
        </p:nvSpPr>
        <p:spPr>
          <a:xfrm>
            <a:off x="22287315" y="1547682"/>
            <a:ext cx="6343656" cy="663817"/>
          </a:xfrm>
          <a:prstGeom prst="rect">
            <a:avLst/>
          </a:prstGeom>
        </p:spPr>
        <p:txBody>
          <a:bodyPr>
            <a:noAutofit/>
          </a:bodyPr>
          <a:lstStyle>
            <a:lvl1pPr marL="0" indent="0">
              <a:buNone/>
              <a:defRPr sz="3240">
                <a:solidFill>
                  <a:schemeClr val="bg1"/>
                </a:solidFill>
                <a:latin typeface="Lato" panose="020F0502020204030203" pitchFamily="34" charset="0"/>
                <a:ea typeface="Lato" panose="020F0502020204030203" pitchFamily="34" charset="0"/>
                <a:cs typeface="Lato" panose="020F0502020204030203" pitchFamily="34" charset="0"/>
              </a:defRPr>
            </a:lvl1pPr>
            <a:lvl4pPr marL="4935780" indent="0">
              <a:buNone/>
              <a:defRPr/>
            </a:lvl4pPr>
          </a:lstStyle>
          <a:p>
            <a:pPr lvl="0"/>
            <a:r>
              <a:rPr lang="en-US"/>
              <a:t>Fourth level</a:t>
            </a:r>
          </a:p>
        </p:txBody>
      </p:sp>
      <p:sp>
        <p:nvSpPr>
          <p:cNvPr id="70" name="Text Placeholder 49">
            <a:extLst>
              <a:ext uri="{FF2B5EF4-FFF2-40B4-BE49-F238E27FC236}">
                <a16:creationId xmlns:a16="http://schemas.microsoft.com/office/drawing/2014/main" id="{32B0986E-F1A6-CA45-80F0-27B2926228BB}"/>
              </a:ext>
            </a:extLst>
          </p:cNvPr>
          <p:cNvSpPr>
            <a:spLocks noGrp="1"/>
          </p:cNvSpPr>
          <p:nvPr>
            <p:ph type="body" sz="quarter" idx="32"/>
          </p:nvPr>
        </p:nvSpPr>
        <p:spPr>
          <a:xfrm>
            <a:off x="30606807" y="7223116"/>
            <a:ext cx="12315828" cy="6370320"/>
          </a:xfrm>
          <a:prstGeom prst="rect">
            <a:avLst/>
          </a:prstGeom>
        </p:spPr>
        <p:txBody>
          <a:bodyPr/>
          <a:lstStyle>
            <a:lvl1pPr marL="0" indent="0">
              <a:buNone/>
              <a:defRPr sz="4320" b="0">
                <a:latin typeface="Lato" panose="020F0502020204030203" pitchFamily="34" charset="0"/>
                <a:ea typeface="Lato" panose="020F0502020204030203" pitchFamily="34" charset="0"/>
                <a:cs typeface="Lato" panose="020F0502020204030203" pitchFamily="34" charset="0"/>
              </a:defRPr>
            </a:lvl1pPr>
            <a:lvl2pPr marL="1645260" indent="0">
              <a:buNone/>
              <a:defRPr/>
            </a:lvl2pPr>
            <a:lvl3pPr marL="3290520" indent="0">
              <a:buNone/>
              <a:defRPr/>
            </a:lvl3pPr>
            <a:lvl4pPr marL="4935780" indent="0">
              <a:buNone/>
              <a:defRPr/>
            </a:lvl4pPr>
          </a:lstStyle>
          <a:p>
            <a:pPr lvl="0"/>
            <a:r>
              <a:rPr lang="en-US"/>
              <a:t>Click to edit Master text styles</a:t>
            </a:r>
          </a:p>
        </p:txBody>
      </p:sp>
      <p:sp>
        <p:nvSpPr>
          <p:cNvPr id="71" name="Text Placeholder 49">
            <a:extLst>
              <a:ext uri="{FF2B5EF4-FFF2-40B4-BE49-F238E27FC236}">
                <a16:creationId xmlns:a16="http://schemas.microsoft.com/office/drawing/2014/main" id="{4D8FC75B-21BD-2F4B-8AD0-F27275D1936C}"/>
              </a:ext>
            </a:extLst>
          </p:cNvPr>
          <p:cNvSpPr>
            <a:spLocks noGrp="1"/>
          </p:cNvSpPr>
          <p:nvPr>
            <p:ph type="body" sz="quarter" idx="33"/>
          </p:nvPr>
        </p:nvSpPr>
        <p:spPr>
          <a:xfrm>
            <a:off x="30606807" y="5662546"/>
            <a:ext cx="12315828" cy="1216404"/>
          </a:xfrm>
          <a:prstGeom prst="rect">
            <a:avLst/>
          </a:prstGeom>
        </p:spPr>
        <p:txBody>
          <a:bodyPr>
            <a:noAutofit/>
          </a:bodyPr>
          <a:lstStyle>
            <a:lvl1pPr marL="0" indent="0">
              <a:buNone/>
              <a:defRPr sz="5040" b="1">
                <a:latin typeface="Lato" panose="020F0502020204030203" pitchFamily="34" charset="0"/>
                <a:ea typeface="Lato" panose="020F0502020204030203" pitchFamily="34" charset="0"/>
                <a:cs typeface="Lato" panose="020F0502020204030203" pitchFamily="34" charset="0"/>
              </a:defRPr>
            </a:lvl1pPr>
            <a:lvl2pPr marL="1645260" indent="0">
              <a:buNone/>
              <a:defRPr/>
            </a:lvl2pPr>
            <a:lvl3pPr marL="3290520" indent="0">
              <a:buNone/>
              <a:defRPr/>
            </a:lvl3pPr>
            <a:lvl4pPr marL="4935780" indent="0">
              <a:buNone/>
              <a:defRPr/>
            </a:lvl4pPr>
          </a:lstStyle>
          <a:p>
            <a:pPr lvl="0"/>
            <a:r>
              <a:rPr lang="en-US"/>
              <a:t>Click to edit Master text styles</a:t>
            </a:r>
          </a:p>
        </p:txBody>
      </p:sp>
      <p:sp>
        <p:nvSpPr>
          <p:cNvPr id="72" name="Text Placeholder 49">
            <a:extLst>
              <a:ext uri="{FF2B5EF4-FFF2-40B4-BE49-F238E27FC236}">
                <a16:creationId xmlns:a16="http://schemas.microsoft.com/office/drawing/2014/main" id="{F95C967C-9609-5248-B209-ED38DDE9587E}"/>
              </a:ext>
            </a:extLst>
          </p:cNvPr>
          <p:cNvSpPr>
            <a:spLocks noGrp="1"/>
          </p:cNvSpPr>
          <p:nvPr>
            <p:ph type="body" sz="quarter" idx="34"/>
          </p:nvPr>
        </p:nvSpPr>
        <p:spPr>
          <a:xfrm>
            <a:off x="30606807" y="16184500"/>
            <a:ext cx="12315828" cy="5884719"/>
          </a:xfrm>
          <a:prstGeom prst="rect">
            <a:avLst/>
          </a:prstGeom>
        </p:spPr>
        <p:txBody>
          <a:bodyPr/>
          <a:lstStyle>
            <a:lvl1pPr marL="0" indent="0">
              <a:buNone/>
              <a:defRPr sz="4320" b="0">
                <a:latin typeface="Lato" panose="020F0502020204030203" pitchFamily="34" charset="0"/>
                <a:ea typeface="Lato" panose="020F0502020204030203" pitchFamily="34" charset="0"/>
                <a:cs typeface="Lato" panose="020F0502020204030203" pitchFamily="34" charset="0"/>
              </a:defRPr>
            </a:lvl1pPr>
            <a:lvl2pPr marL="1645260" indent="0">
              <a:buNone/>
              <a:defRPr/>
            </a:lvl2pPr>
            <a:lvl3pPr marL="3290520" indent="0">
              <a:buNone/>
              <a:defRPr/>
            </a:lvl3pPr>
            <a:lvl4pPr marL="4935780" indent="0">
              <a:buNone/>
              <a:defRPr/>
            </a:lvl4pPr>
          </a:lstStyle>
          <a:p>
            <a:pPr lvl="0"/>
            <a:r>
              <a:rPr lang="en-US"/>
              <a:t>Click to edit Master text styles</a:t>
            </a:r>
          </a:p>
        </p:txBody>
      </p:sp>
      <p:sp>
        <p:nvSpPr>
          <p:cNvPr id="73" name="Text Placeholder 49">
            <a:extLst>
              <a:ext uri="{FF2B5EF4-FFF2-40B4-BE49-F238E27FC236}">
                <a16:creationId xmlns:a16="http://schemas.microsoft.com/office/drawing/2014/main" id="{AAD304A9-24A5-1C4A-A127-E85D160A85A1}"/>
              </a:ext>
            </a:extLst>
          </p:cNvPr>
          <p:cNvSpPr>
            <a:spLocks noGrp="1"/>
          </p:cNvSpPr>
          <p:nvPr>
            <p:ph type="body" sz="quarter" idx="35"/>
          </p:nvPr>
        </p:nvSpPr>
        <p:spPr>
          <a:xfrm>
            <a:off x="30606807" y="14280766"/>
            <a:ext cx="12315828" cy="1216404"/>
          </a:xfrm>
          <a:prstGeom prst="rect">
            <a:avLst/>
          </a:prstGeom>
        </p:spPr>
        <p:txBody>
          <a:bodyPr>
            <a:noAutofit/>
          </a:bodyPr>
          <a:lstStyle>
            <a:lvl1pPr marL="0" indent="0">
              <a:buNone/>
              <a:defRPr sz="5040" b="1">
                <a:latin typeface="Lato" panose="020F0502020204030203" pitchFamily="34" charset="0"/>
                <a:ea typeface="Lato" panose="020F0502020204030203" pitchFamily="34" charset="0"/>
                <a:cs typeface="Lato" panose="020F0502020204030203" pitchFamily="34" charset="0"/>
              </a:defRPr>
            </a:lvl1pPr>
            <a:lvl2pPr marL="1645260" indent="0">
              <a:buNone/>
              <a:defRPr/>
            </a:lvl2pPr>
            <a:lvl3pPr marL="3290520" indent="0">
              <a:buNone/>
              <a:defRPr/>
            </a:lvl3pPr>
            <a:lvl4pPr marL="4935780" indent="0">
              <a:buNone/>
              <a:defRPr/>
            </a:lvl4pPr>
          </a:lstStyle>
          <a:p>
            <a:pPr lvl="0"/>
            <a:r>
              <a:rPr lang="en-US"/>
              <a:t>Click to edit Master text styles</a:t>
            </a:r>
          </a:p>
        </p:txBody>
      </p:sp>
      <p:sp>
        <p:nvSpPr>
          <p:cNvPr id="76" name="Text Placeholder 60">
            <a:extLst>
              <a:ext uri="{FF2B5EF4-FFF2-40B4-BE49-F238E27FC236}">
                <a16:creationId xmlns:a16="http://schemas.microsoft.com/office/drawing/2014/main" id="{20CC3331-724C-2445-B60D-AE80F1B97B15}"/>
              </a:ext>
            </a:extLst>
          </p:cNvPr>
          <p:cNvSpPr>
            <a:spLocks noGrp="1"/>
          </p:cNvSpPr>
          <p:nvPr>
            <p:ph type="body" sz="quarter" idx="38" hasCustomPrompt="1"/>
          </p:nvPr>
        </p:nvSpPr>
        <p:spPr>
          <a:xfrm>
            <a:off x="1565922" y="2460489"/>
            <a:ext cx="13354836" cy="880371"/>
          </a:xfrm>
          <a:prstGeom prst="rect">
            <a:avLst/>
          </a:prstGeom>
        </p:spPr>
        <p:txBody>
          <a:bodyPr>
            <a:noAutofit/>
          </a:bodyPr>
          <a:lstStyle>
            <a:lvl1pPr marL="0" indent="0">
              <a:buNone/>
              <a:defRPr sz="4320">
                <a:solidFill>
                  <a:schemeClr val="bg1"/>
                </a:solidFill>
                <a:latin typeface="Lato" panose="020F0502020204030203" pitchFamily="34" charset="0"/>
                <a:ea typeface="Lato" panose="020F0502020204030203" pitchFamily="34" charset="0"/>
                <a:cs typeface="Lato" panose="020F0502020204030203" pitchFamily="34" charset="0"/>
              </a:defRPr>
            </a:lvl1pPr>
            <a:lvl4pPr marL="4935780" indent="0">
              <a:buNone/>
              <a:defRPr/>
            </a:lvl4pPr>
          </a:lstStyle>
          <a:p>
            <a:pPr lvl="0"/>
            <a:r>
              <a:rPr lang="en-US"/>
              <a:t>“Department Name”</a:t>
            </a:r>
          </a:p>
        </p:txBody>
      </p:sp>
      <p:sp>
        <p:nvSpPr>
          <p:cNvPr id="77" name="Text Placeholder 49">
            <a:extLst>
              <a:ext uri="{FF2B5EF4-FFF2-40B4-BE49-F238E27FC236}">
                <a16:creationId xmlns:a16="http://schemas.microsoft.com/office/drawing/2014/main" id="{8ED906C8-791C-8B47-A246-A337F89E3FC0}"/>
              </a:ext>
            </a:extLst>
          </p:cNvPr>
          <p:cNvSpPr>
            <a:spLocks noGrp="1"/>
          </p:cNvSpPr>
          <p:nvPr>
            <p:ph type="body" sz="quarter" idx="39" hasCustomPrompt="1"/>
          </p:nvPr>
        </p:nvSpPr>
        <p:spPr>
          <a:xfrm>
            <a:off x="30066870" y="3445468"/>
            <a:ext cx="6883593" cy="899718"/>
          </a:xfrm>
          <a:prstGeom prst="rect">
            <a:avLst/>
          </a:prstGeom>
        </p:spPr>
        <p:txBody>
          <a:bodyPr>
            <a:noAutofit/>
          </a:bodyPr>
          <a:lstStyle>
            <a:lvl1pPr marL="0" indent="0" algn="r">
              <a:buNone/>
              <a:defRPr sz="8640" b="1" i="0">
                <a:solidFill>
                  <a:schemeClr val="bg1"/>
                </a:solidFill>
                <a:latin typeface="Lato" panose="020F0502020204030203" pitchFamily="34" charset="0"/>
                <a:ea typeface="Lato" panose="020F0502020204030203" pitchFamily="34" charset="0"/>
                <a:cs typeface="Lato" panose="020F0502020204030203" pitchFamily="34" charset="0"/>
              </a:defRPr>
            </a:lvl1pPr>
            <a:lvl2pPr marL="1645260" indent="0">
              <a:buNone/>
              <a:defRPr/>
            </a:lvl2pPr>
            <a:lvl3pPr marL="3290520" indent="0">
              <a:buNone/>
              <a:defRPr/>
            </a:lvl3pPr>
            <a:lvl4pPr marL="4935780" indent="0">
              <a:buNone/>
              <a:defRPr/>
            </a:lvl4pPr>
          </a:lstStyle>
          <a:p>
            <a:pPr lvl="0"/>
            <a:r>
              <a:rPr lang="en-US" dirty="0"/>
              <a:t>Project #</a:t>
            </a:r>
          </a:p>
        </p:txBody>
      </p:sp>
      <p:sp>
        <p:nvSpPr>
          <p:cNvPr id="78" name="Text Placeholder 49">
            <a:extLst>
              <a:ext uri="{FF2B5EF4-FFF2-40B4-BE49-F238E27FC236}">
                <a16:creationId xmlns:a16="http://schemas.microsoft.com/office/drawing/2014/main" id="{B096D7A1-D184-034D-9319-BCC9D88D14A0}"/>
              </a:ext>
            </a:extLst>
          </p:cNvPr>
          <p:cNvSpPr>
            <a:spLocks noGrp="1"/>
          </p:cNvSpPr>
          <p:nvPr>
            <p:ph type="body" sz="quarter" idx="40" hasCustomPrompt="1"/>
          </p:nvPr>
        </p:nvSpPr>
        <p:spPr>
          <a:xfrm>
            <a:off x="1565921" y="478769"/>
            <a:ext cx="13354831" cy="1637646"/>
          </a:xfrm>
          <a:prstGeom prst="rect">
            <a:avLst/>
          </a:prstGeom>
        </p:spPr>
        <p:txBody>
          <a:bodyPr>
            <a:noAutofit/>
          </a:bodyPr>
          <a:lstStyle>
            <a:lvl1pPr marL="0" indent="0" algn="l">
              <a:buNone/>
              <a:defRPr sz="5760" b="1" i="0">
                <a:solidFill>
                  <a:schemeClr val="bg1"/>
                </a:solidFill>
                <a:latin typeface="Lato" panose="020F0502020204030203" pitchFamily="34" charset="0"/>
                <a:ea typeface="Lato" panose="020F0502020204030203" pitchFamily="34" charset="0"/>
                <a:cs typeface="Lato" panose="020F0502020204030203" pitchFamily="34" charset="0"/>
              </a:defRPr>
            </a:lvl1pPr>
            <a:lvl2pPr marL="1645260" indent="0">
              <a:buNone/>
              <a:defRPr/>
            </a:lvl2pPr>
            <a:lvl3pPr marL="3290520" indent="0">
              <a:buNone/>
              <a:defRPr/>
            </a:lvl3pPr>
            <a:lvl4pPr marL="4935780" indent="0">
              <a:buNone/>
              <a:defRPr/>
            </a:lvl4pPr>
          </a:lstStyle>
          <a:p>
            <a:pPr lvl="0"/>
            <a:r>
              <a:rPr lang="en-US" dirty="0"/>
              <a:t>Project Title</a:t>
            </a:r>
          </a:p>
        </p:txBody>
      </p:sp>
      <p:sp>
        <p:nvSpPr>
          <p:cNvPr id="7" name="TextBox 6">
            <a:extLst>
              <a:ext uri="{FF2B5EF4-FFF2-40B4-BE49-F238E27FC236}">
                <a16:creationId xmlns:a16="http://schemas.microsoft.com/office/drawing/2014/main" id="{8354ACB0-71E3-7885-3344-FFDD65703BCA}"/>
              </a:ext>
            </a:extLst>
          </p:cNvPr>
          <p:cNvSpPr txBox="1"/>
          <p:nvPr userDrawn="1"/>
        </p:nvSpPr>
        <p:spPr>
          <a:xfrm>
            <a:off x="3048006" y="2189022"/>
            <a:ext cx="184731" cy="276999"/>
          </a:xfrm>
          <a:prstGeom prst="rect">
            <a:avLst/>
          </a:prstGeom>
          <a:noFill/>
        </p:spPr>
        <p:txBody>
          <a:bodyPr wrap="none" rtlCol="0">
            <a:spAutoFit/>
          </a:bodyPr>
          <a:lstStyle/>
          <a:p>
            <a:endParaRPr lang="en-US" sz="1200">
              <a:latin typeface="Lato" panose="020F0502020204030203" pitchFamily="34" charset="0"/>
              <a:ea typeface="Lato" panose="020F0502020204030203" pitchFamily="34" charset="0"/>
              <a:cs typeface="Lato" panose="020F0502020204030203" pitchFamily="34" charset="0"/>
            </a:endParaRPr>
          </a:p>
        </p:txBody>
      </p:sp>
      <p:sp>
        <p:nvSpPr>
          <p:cNvPr id="2" name="Text Placeholder 60">
            <a:extLst>
              <a:ext uri="{FF2B5EF4-FFF2-40B4-BE49-F238E27FC236}">
                <a16:creationId xmlns:a16="http://schemas.microsoft.com/office/drawing/2014/main" id="{D7CB1472-F4DC-F228-9B53-1FD03C0FA970}"/>
              </a:ext>
            </a:extLst>
          </p:cNvPr>
          <p:cNvSpPr>
            <a:spLocks noGrp="1"/>
          </p:cNvSpPr>
          <p:nvPr>
            <p:ph type="body" sz="quarter" idx="41" hasCustomPrompt="1"/>
          </p:nvPr>
        </p:nvSpPr>
        <p:spPr>
          <a:xfrm>
            <a:off x="22287314" y="2555665"/>
            <a:ext cx="7444541" cy="785195"/>
          </a:xfrm>
          <a:prstGeom prst="rect">
            <a:avLst/>
          </a:prstGeom>
        </p:spPr>
        <p:txBody>
          <a:bodyPr>
            <a:noAutofit/>
          </a:bodyPr>
          <a:lstStyle>
            <a:lvl1pPr marL="0" indent="0" algn="l">
              <a:buNone/>
              <a:defRPr sz="4320">
                <a:solidFill>
                  <a:schemeClr val="bg1"/>
                </a:solidFill>
                <a:latin typeface="Lato" panose="020F0502020204030203" pitchFamily="34" charset="0"/>
                <a:ea typeface="Lato" panose="020F0502020204030203" pitchFamily="34" charset="0"/>
                <a:cs typeface="Lato" panose="020F0502020204030203" pitchFamily="34" charset="0"/>
              </a:defRPr>
            </a:lvl1pPr>
            <a:lvl4pPr marL="4935780" indent="0">
              <a:buNone/>
              <a:defRPr/>
            </a:lvl4pPr>
          </a:lstStyle>
          <a:p>
            <a:pPr algn="l"/>
            <a:r>
              <a:rPr lang="en-US" sz="4320" dirty="0">
                <a:solidFill>
                  <a:schemeClr val="bg1"/>
                </a:solidFill>
                <a:latin typeface="Lato" panose="020F0502020204030203" pitchFamily="34" charset="0"/>
                <a:ea typeface="Lato" panose="020F0502020204030203" pitchFamily="34" charset="0"/>
                <a:cs typeface="Lato" panose="020F0502020204030203" pitchFamily="34" charset="0"/>
              </a:rPr>
              <a:t>Project </a:t>
            </a:r>
            <a:r>
              <a:rPr lang="en-US" sz="4320" dirty="0">
                <a:latin typeface="Lato" panose="020F0502020204030203" pitchFamily="34" charset="0"/>
                <a:ea typeface="Lato" panose="020F0502020204030203" pitchFamily="34" charset="0"/>
                <a:cs typeface="Lato" panose="020F0502020204030203" pitchFamily="34" charset="0"/>
              </a:rPr>
              <a:t>Advisor</a:t>
            </a:r>
            <a:endParaRPr lang="en-US" sz="1440"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3" name="Text Placeholder 60">
            <a:extLst>
              <a:ext uri="{FF2B5EF4-FFF2-40B4-BE49-F238E27FC236}">
                <a16:creationId xmlns:a16="http://schemas.microsoft.com/office/drawing/2014/main" id="{5D5C94C0-E910-93B4-C5F7-B55D12238C66}"/>
              </a:ext>
            </a:extLst>
          </p:cNvPr>
          <p:cNvSpPr>
            <a:spLocks noGrp="1"/>
          </p:cNvSpPr>
          <p:nvPr>
            <p:ph type="body" sz="quarter" idx="42" hasCustomPrompt="1"/>
          </p:nvPr>
        </p:nvSpPr>
        <p:spPr>
          <a:xfrm>
            <a:off x="22287315" y="3563419"/>
            <a:ext cx="6343656" cy="663817"/>
          </a:xfrm>
          <a:prstGeom prst="rect">
            <a:avLst/>
          </a:prstGeom>
        </p:spPr>
        <p:txBody>
          <a:bodyPr>
            <a:noAutofit/>
          </a:bodyPr>
          <a:lstStyle>
            <a:lvl1pPr marL="0" indent="0">
              <a:buNone/>
              <a:defRPr sz="3240">
                <a:solidFill>
                  <a:schemeClr val="bg1"/>
                </a:solidFill>
                <a:latin typeface="Lato" panose="020F0502020204030203" pitchFamily="34" charset="0"/>
                <a:ea typeface="Lato" panose="020F0502020204030203" pitchFamily="34" charset="0"/>
                <a:cs typeface="Lato" panose="020F0502020204030203" pitchFamily="34" charset="0"/>
              </a:defRPr>
            </a:lvl1pPr>
            <a:lvl4pPr marL="4935780" indent="0">
              <a:buNone/>
              <a:defRPr/>
            </a:lvl4pPr>
          </a:lstStyle>
          <a:p>
            <a:pPr lvl="0"/>
            <a:r>
              <a:rPr lang="en-US"/>
              <a:t>Fourth level</a:t>
            </a:r>
          </a:p>
        </p:txBody>
      </p:sp>
      <p:sp>
        <p:nvSpPr>
          <p:cNvPr id="4" name="Text Placeholder 49">
            <a:extLst>
              <a:ext uri="{FF2B5EF4-FFF2-40B4-BE49-F238E27FC236}">
                <a16:creationId xmlns:a16="http://schemas.microsoft.com/office/drawing/2014/main" id="{C0C63233-0BD0-EE70-7205-51E84E8693A7}"/>
              </a:ext>
            </a:extLst>
          </p:cNvPr>
          <p:cNvSpPr>
            <a:spLocks noGrp="1"/>
          </p:cNvSpPr>
          <p:nvPr>
            <p:ph type="body" sz="quarter" idx="43"/>
          </p:nvPr>
        </p:nvSpPr>
        <p:spPr>
          <a:xfrm>
            <a:off x="30606807" y="23973955"/>
            <a:ext cx="12315828" cy="6893972"/>
          </a:xfrm>
          <a:prstGeom prst="rect">
            <a:avLst/>
          </a:prstGeom>
        </p:spPr>
        <p:txBody>
          <a:bodyPr/>
          <a:lstStyle>
            <a:lvl1pPr marL="0" indent="0">
              <a:buNone/>
              <a:defRPr sz="4320" b="0">
                <a:latin typeface="Lato" panose="020F0502020204030203" pitchFamily="34" charset="0"/>
                <a:ea typeface="Lato" panose="020F0502020204030203" pitchFamily="34" charset="0"/>
                <a:cs typeface="Lato" panose="020F0502020204030203" pitchFamily="34" charset="0"/>
              </a:defRPr>
            </a:lvl1pPr>
            <a:lvl2pPr marL="1645260" indent="0">
              <a:buNone/>
              <a:defRPr/>
            </a:lvl2pPr>
            <a:lvl3pPr marL="3290520" indent="0">
              <a:buNone/>
              <a:defRPr/>
            </a:lvl3pPr>
            <a:lvl4pPr marL="4935780" indent="0">
              <a:buNone/>
              <a:defRPr/>
            </a:lvl4pPr>
          </a:lstStyle>
          <a:p>
            <a:pPr lvl="0"/>
            <a:r>
              <a:rPr lang="en-US"/>
              <a:t>Click to edit Master text styles</a:t>
            </a:r>
          </a:p>
        </p:txBody>
      </p:sp>
      <p:sp>
        <p:nvSpPr>
          <p:cNvPr id="5" name="Text Placeholder 49">
            <a:extLst>
              <a:ext uri="{FF2B5EF4-FFF2-40B4-BE49-F238E27FC236}">
                <a16:creationId xmlns:a16="http://schemas.microsoft.com/office/drawing/2014/main" id="{98D5F640-4D05-FD86-6EF9-80B94ABB7DC9}"/>
              </a:ext>
            </a:extLst>
          </p:cNvPr>
          <p:cNvSpPr>
            <a:spLocks noGrp="1"/>
          </p:cNvSpPr>
          <p:nvPr>
            <p:ph type="body" sz="quarter" idx="44"/>
          </p:nvPr>
        </p:nvSpPr>
        <p:spPr>
          <a:xfrm>
            <a:off x="30606807" y="22413385"/>
            <a:ext cx="12315828" cy="1216404"/>
          </a:xfrm>
          <a:prstGeom prst="rect">
            <a:avLst/>
          </a:prstGeom>
        </p:spPr>
        <p:txBody>
          <a:bodyPr>
            <a:noAutofit/>
          </a:bodyPr>
          <a:lstStyle>
            <a:lvl1pPr marL="0" indent="0">
              <a:buNone/>
              <a:defRPr sz="5040" b="1">
                <a:latin typeface="Lato" panose="020F0502020204030203" pitchFamily="34" charset="0"/>
                <a:ea typeface="Lato" panose="020F0502020204030203" pitchFamily="34" charset="0"/>
                <a:cs typeface="Lato" panose="020F0502020204030203" pitchFamily="34" charset="0"/>
              </a:defRPr>
            </a:lvl1pPr>
            <a:lvl2pPr marL="1645260" indent="0">
              <a:buNone/>
              <a:defRPr/>
            </a:lvl2pPr>
            <a:lvl3pPr marL="3290520" indent="0">
              <a:buNone/>
              <a:defRPr/>
            </a:lvl3pPr>
            <a:lvl4pPr marL="4935780" indent="0">
              <a:buNone/>
              <a:defRPr/>
            </a:lvl4pPr>
          </a:lstStyle>
          <a:p>
            <a:pPr lvl="0"/>
            <a:r>
              <a:rPr lang="en-US"/>
              <a:t>Click to edit Master text styles</a:t>
            </a:r>
          </a:p>
        </p:txBody>
      </p:sp>
      <p:sp>
        <p:nvSpPr>
          <p:cNvPr id="6" name="Picture Placeholder 36">
            <a:extLst>
              <a:ext uri="{FF2B5EF4-FFF2-40B4-BE49-F238E27FC236}">
                <a16:creationId xmlns:a16="http://schemas.microsoft.com/office/drawing/2014/main" id="{3EF891AE-3014-7B8D-BC5A-C7F85CABC5B2}"/>
              </a:ext>
            </a:extLst>
          </p:cNvPr>
          <p:cNvSpPr>
            <a:spLocks noGrp="1"/>
          </p:cNvSpPr>
          <p:nvPr>
            <p:ph type="pic" sz="quarter" idx="45"/>
          </p:nvPr>
        </p:nvSpPr>
        <p:spPr>
          <a:xfrm>
            <a:off x="16116542" y="5662546"/>
            <a:ext cx="13525392" cy="9244944"/>
          </a:xfrm>
          <a:prstGeom prst="rect">
            <a:avLst/>
          </a:prstGeom>
        </p:spPr>
        <p:txBody>
          <a:bodyPr/>
          <a:lstStyle>
            <a:lvl1pPr marL="0" indent="0">
              <a:buNone/>
              <a:defRPr sz="7992">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8" name="Picture Placeholder 36">
            <a:extLst>
              <a:ext uri="{FF2B5EF4-FFF2-40B4-BE49-F238E27FC236}">
                <a16:creationId xmlns:a16="http://schemas.microsoft.com/office/drawing/2014/main" id="{B5F491EB-A441-CC19-2511-80253E62BC4C}"/>
              </a:ext>
            </a:extLst>
          </p:cNvPr>
          <p:cNvSpPr>
            <a:spLocks noGrp="1"/>
          </p:cNvSpPr>
          <p:nvPr>
            <p:ph type="pic" sz="quarter" idx="46"/>
          </p:nvPr>
        </p:nvSpPr>
        <p:spPr>
          <a:xfrm>
            <a:off x="1626277" y="15497170"/>
            <a:ext cx="13525392" cy="9965381"/>
          </a:xfrm>
          <a:prstGeom prst="rect">
            <a:avLst/>
          </a:prstGeom>
        </p:spPr>
        <p:txBody>
          <a:bodyPr/>
          <a:lstStyle>
            <a:lvl1pPr marL="0" indent="0">
              <a:buNone/>
              <a:defRPr sz="7992">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3" name="Picture Placeholder 36">
            <a:extLst>
              <a:ext uri="{FF2B5EF4-FFF2-40B4-BE49-F238E27FC236}">
                <a16:creationId xmlns:a16="http://schemas.microsoft.com/office/drawing/2014/main" id="{E5561193-5DE2-0165-4EEB-4749F6635190}"/>
              </a:ext>
            </a:extLst>
          </p:cNvPr>
          <p:cNvSpPr>
            <a:spLocks noGrp="1"/>
          </p:cNvSpPr>
          <p:nvPr>
            <p:ph type="pic" sz="quarter" idx="51"/>
          </p:nvPr>
        </p:nvSpPr>
        <p:spPr>
          <a:xfrm>
            <a:off x="16116542" y="15497170"/>
            <a:ext cx="6521785" cy="4675048"/>
          </a:xfrm>
          <a:prstGeom prst="rect">
            <a:avLst/>
          </a:prstGeom>
        </p:spPr>
        <p:txBody>
          <a:bodyPr/>
          <a:lstStyle>
            <a:lvl1pPr marL="0" indent="0">
              <a:buNone/>
              <a:defRPr sz="7992">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4" name="Picture Placeholder 36">
            <a:extLst>
              <a:ext uri="{FF2B5EF4-FFF2-40B4-BE49-F238E27FC236}">
                <a16:creationId xmlns:a16="http://schemas.microsoft.com/office/drawing/2014/main" id="{0DC11D91-B5C7-B57D-D4CF-B55B31E97A9D}"/>
              </a:ext>
            </a:extLst>
          </p:cNvPr>
          <p:cNvSpPr>
            <a:spLocks noGrp="1"/>
          </p:cNvSpPr>
          <p:nvPr>
            <p:ph type="pic" sz="quarter" idx="52"/>
          </p:nvPr>
        </p:nvSpPr>
        <p:spPr>
          <a:xfrm>
            <a:off x="23120149" y="15497170"/>
            <a:ext cx="6521785" cy="4675048"/>
          </a:xfrm>
          <a:prstGeom prst="rect">
            <a:avLst/>
          </a:prstGeom>
        </p:spPr>
        <p:txBody>
          <a:bodyPr/>
          <a:lstStyle>
            <a:lvl1pPr marL="0" indent="0">
              <a:buNone/>
              <a:defRPr sz="7992">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5" name="Picture Placeholder 36">
            <a:extLst>
              <a:ext uri="{FF2B5EF4-FFF2-40B4-BE49-F238E27FC236}">
                <a16:creationId xmlns:a16="http://schemas.microsoft.com/office/drawing/2014/main" id="{CD24241F-0660-A88F-F6E7-998381CCE253}"/>
              </a:ext>
            </a:extLst>
          </p:cNvPr>
          <p:cNvSpPr>
            <a:spLocks noGrp="1"/>
          </p:cNvSpPr>
          <p:nvPr>
            <p:ph type="pic" sz="quarter" idx="53"/>
          </p:nvPr>
        </p:nvSpPr>
        <p:spPr>
          <a:xfrm>
            <a:off x="16116542" y="20789606"/>
            <a:ext cx="6521785" cy="4675048"/>
          </a:xfrm>
          <a:prstGeom prst="rect">
            <a:avLst/>
          </a:prstGeom>
        </p:spPr>
        <p:txBody>
          <a:bodyPr/>
          <a:lstStyle>
            <a:lvl1pPr marL="0" indent="0">
              <a:buNone/>
              <a:defRPr sz="7992">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Picture Placeholder 36">
            <a:extLst>
              <a:ext uri="{FF2B5EF4-FFF2-40B4-BE49-F238E27FC236}">
                <a16:creationId xmlns:a16="http://schemas.microsoft.com/office/drawing/2014/main" id="{F6A28E6F-30E1-3F80-4D47-D6BF0E229CCE}"/>
              </a:ext>
            </a:extLst>
          </p:cNvPr>
          <p:cNvSpPr>
            <a:spLocks noGrp="1"/>
          </p:cNvSpPr>
          <p:nvPr>
            <p:ph type="pic" sz="quarter" idx="54"/>
          </p:nvPr>
        </p:nvSpPr>
        <p:spPr>
          <a:xfrm>
            <a:off x="23120149" y="20789606"/>
            <a:ext cx="6521785" cy="4675048"/>
          </a:xfrm>
          <a:prstGeom prst="rect">
            <a:avLst/>
          </a:prstGeom>
        </p:spPr>
        <p:txBody>
          <a:bodyPr/>
          <a:lstStyle>
            <a:lvl1pPr marL="0" indent="0">
              <a:buNone/>
              <a:defRPr sz="7992">
                <a:latin typeface="Lato" panose="020F0502020204030203" pitchFamily="34" charset="0"/>
                <a:ea typeface="Lato" panose="020F0502020204030203" pitchFamily="34" charset="0"/>
                <a:cs typeface="Lato" panose="020F0502020204030203" pitchFamily="34" charset="0"/>
              </a:defRPr>
            </a:lvl1pPr>
          </a:lstStyle>
          <a:p>
            <a:endParaRPr lang="en-US"/>
          </a:p>
        </p:txBody>
      </p:sp>
    </p:spTree>
    <p:extLst>
      <p:ext uri="{BB962C8B-B14F-4D97-AF65-F5344CB8AC3E}">
        <p14:creationId xmlns:p14="http://schemas.microsoft.com/office/powerpoint/2010/main" val="3417697303"/>
      </p:ext>
    </p:extLst>
  </p:cSld>
  <p:clrMapOvr>
    <a:masterClrMapping/>
  </p:clrMapOvr>
  <p:extLst>
    <p:ext uri="{DCECCB84-F9BA-43D5-87BE-67443E8EF086}">
      <p15:sldGuideLst xmlns:p15="http://schemas.microsoft.com/office/powerpoint/2012/main">
        <p15:guide id="1" orient="horz" pos="10368" userDrawn="1">
          <p15:clr>
            <a:srgbClr val="FBAE40"/>
          </p15:clr>
        </p15:guide>
        <p15:guide id="2" pos="13824"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EE3FB7E-6C35-F98F-1BF3-8754B72FB0B7}"/>
              </a:ext>
            </a:extLst>
          </p:cNvPr>
          <p:cNvSpPr>
            <a:spLocks noGrp="1" noRot="1" noMove="1" noResize="1" noEditPoints="1" noAdjustHandles="1" noChangeArrowheads="1" noChangeShapeType="1"/>
          </p:cNvSpPr>
          <p:nvPr userDrawn="1"/>
        </p:nvSpPr>
        <p:spPr>
          <a:xfrm rot="5400000">
            <a:off x="19427634" y="-19494012"/>
            <a:ext cx="5035956" cy="438912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6124"/>
          </a:p>
        </p:txBody>
      </p:sp>
      <p:pic>
        <p:nvPicPr>
          <p:cNvPr id="8" name="Picture 7">
            <a:extLst>
              <a:ext uri="{FF2B5EF4-FFF2-40B4-BE49-F238E27FC236}">
                <a16:creationId xmlns:a16="http://schemas.microsoft.com/office/drawing/2014/main" id="{CC7EAC6D-DEFE-ECDA-51F1-C6442454F33F}"/>
              </a:ext>
            </a:extLst>
          </p:cNvPr>
          <p:cNvPicPr>
            <a:picLocks noGrp="1" noRot="1" noChangeAspect="1" noMove="1" noResize="1" noEditPoints="1" noAdjustHandles="1" noChangeArrowheads="1" noChangeShapeType="1" noCrop="1"/>
          </p:cNvPicPr>
          <p:nvPr userDrawn="1"/>
        </p:nvPicPr>
        <p:blipFill>
          <a:blip r:embed="rId3"/>
          <a:srcRect/>
          <a:stretch/>
        </p:blipFill>
        <p:spPr>
          <a:xfrm>
            <a:off x="36793410" y="828720"/>
            <a:ext cx="5756916" cy="3266208"/>
          </a:xfrm>
          <a:prstGeom prst="rect">
            <a:avLst/>
          </a:prstGeom>
        </p:spPr>
      </p:pic>
      <p:sp>
        <p:nvSpPr>
          <p:cNvPr id="11" name="TextBox 10">
            <a:extLst>
              <a:ext uri="{FF2B5EF4-FFF2-40B4-BE49-F238E27FC236}">
                <a16:creationId xmlns:a16="http://schemas.microsoft.com/office/drawing/2014/main" id="{F3CC34A0-AA20-C30D-86DB-2D1525F9EB65}"/>
              </a:ext>
            </a:extLst>
          </p:cNvPr>
          <p:cNvSpPr txBox="1">
            <a:spLocks noGrp="1" noRot="1" noMove="1" noResize="1" noEditPoints="1" noAdjustHandles="1" noChangeArrowheads="1" noChangeShapeType="1"/>
          </p:cNvSpPr>
          <p:nvPr userDrawn="1"/>
        </p:nvSpPr>
        <p:spPr>
          <a:xfrm>
            <a:off x="21585382" y="31459278"/>
            <a:ext cx="20964944" cy="849976"/>
          </a:xfrm>
          <a:prstGeom prst="rect">
            <a:avLst/>
          </a:prstGeom>
          <a:noFill/>
        </p:spPr>
        <p:txBody>
          <a:bodyPr wrap="square" rtlCol="0">
            <a:spAutoFit/>
          </a:bodyPr>
          <a:lstStyle/>
          <a:p>
            <a:pPr marL="0" marR="0" lvl="0" indent="0" algn="r" defTabSz="3290520" rtl="0" eaLnBrk="1" fontAlgn="auto" latinLnBrk="0" hangingPunct="1">
              <a:lnSpc>
                <a:spcPct val="150000"/>
              </a:lnSpc>
              <a:spcBef>
                <a:spcPts val="0"/>
              </a:spcBef>
              <a:spcAft>
                <a:spcPts val="0"/>
              </a:spcAft>
              <a:buClrTx/>
              <a:buSzTx/>
              <a:buFontTx/>
              <a:buNone/>
              <a:tabLst/>
              <a:defRPr/>
            </a:pPr>
            <a:r>
              <a:rPr lang="en-US" sz="3780" b="0" i="0" u="none" strike="noStrike" cap="none" spc="2160" dirty="0">
                <a:solidFill>
                  <a:schemeClr val="bg2">
                    <a:lumMod val="75000"/>
                  </a:schemeClr>
                </a:solidFill>
                <a:effectLst/>
                <a:latin typeface="Lato" panose="020F0502020204030203" pitchFamily="34" charset="0"/>
                <a:ea typeface="Lato" panose="020F0502020204030203" pitchFamily="34" charset="0"/>
                <a:cs typeface="Lato" panose="020F0502020204030203" pitchFamily="34" charset="0"/>
                <a:sym typeface="Arial"/>
              </a:rPr>
              <a:t>SENIOR DESIGN SHOWCASE | FALL 2025</a:t>
            </a:r>
          </a:p>
        </p:txBody>
      </p:sp>
      <p:pic>
        <p:nvPicPr>
          <p:cNvPr id="6" name="Picture 5" descr="A black background with blue text&#10;&#10;Description automatically generated">
            <a:extLst>
              <a:ext uri="{FF2B5EF4-FFF2-40B4-BE49-F238E27FC236}">
                <a16:creationId xmlns:a16="http://schemas.microsoft.com/office/drawing/2014/main" id="{2FD32501-E43A-6356-0456-A00FEE09EFE0}"/>
              </a:ext>
            </a:extLst>
          </p:cNvPr>
          <p:cNvPicPr>
            <a:picLocks noGrp="1" noRot="1" noChangeAspect="1" noMove="1" noResize="1" noEditPoints="1" noAdjustHandles="1" noChangeArrowheads="1" noChangeShapeType="1" noCrop="1"/>
          </p:cNvPicPr>
          <p:nvPr userDrawn="1"/>
        </p:nvPicPr>
        <p:blipFill>
          <a:blip r:embed="rId4"/>
          <a:stretch>
            <a:fillRect/>
          </a:stretch>
        </p:blipFill>
        <p:spPr>
          <a:xfrm>
            <a:off x="1340874" y="29581334"/>
            <a:ext cx="12624508" cy="2302932"/>
          </a:xfrm>
          <a:prstGeom prst="rect">
            <a:avLst/>
          </a:prstGeom>
        </p:spPr>
      </p:pic>
    </p:spTree>
    <p:extLst>
      <p:ext uri="{BB962C8B-B14F-4D97-AF65-F5344CB8AC3E}">
        <p14:creationId xmlns:p14="http://schemas.microsoft.com/office/powerpoint/2010/main" val="1855330281"/>
      </p:ext>
    </p:extLst>
  </p:cSld>
  <p:clrMap bg1="lt1" tx1="dk1" bg2="lt2" tx2="dk2" accent1="accent1" accent2="accent2" accent3="accent3" accent4="accent4" accent5="accent5" accent6="accent6" hlink="hlink" folHlink="folHlink"/>
  <p:sldLayoutIdLst>
    <p:sldLayoutId id="2147483662" r:id="rId1"/>
  </p:sldLayoutIdLst>
  <p:txStyles>
    <p:titleStyle>
      <a:lvl1pPr algn="l" defTabSz="4387368" rtl="0" eaLnBrk="1" latinLnBrk="0" hangingPunct="1">
        <a:lnSpc>
          <a:spcPct val="90000"/>
        </a:lnSpc>
        <a:spcBef>
          <a:spcPct val="0"/>
        </a:spcBef>
        <a:buNone/>
        <a:defRPr sz="21108" kern="1200">
          <a:solidFill>
            <a:schemeClr val="tx1"/>
          </a:solidFill>
          <a:latin typeface="+mj-lt"/>
          <a:ea typeface="+mj-ea"/>
          <a:cs typeface="+mj-cs"/>
        </a:defRPr>
      </a:lvl1pPr>
    </p:titleStyle>
    <p:bodyStyle>
      <a:lvl1pPr marL="1096836" indent="-1096836" algn="l" defTabSz="4387368" rtl="0" eaLnBrk="1" latinLnBrk="0" hangingPunct="1">
        <a:lnSpc>
          <a:spcPct val="90000"/>
        </a:lnSpc>
        <a:spcBef>
          <a:spcPts val="4800"/>
        </a:spcBef>
        <a:buFont typeface="Arial" panose="020B0604020202020204" pitchFamily="34" charset="0"/>
        <a:buChar char="•"/>
        <a:defRPr sz="13440" kern="1200">
          <a:solidFill>
            <a:schemeClr val="tx1"/>
          </a:solidFill>
          <a:latin typeface="+mn-lt"/>
          <a:ea typeface="+mn-ea"/>
          <a:cs typeface="+mn-cs"/>
        </a:defRPr>
      </a:lvl1pPr>
      <a:lvl2pPr marL="3290520" indent="-1096836" algn="l" defTabSz="4387368" rtl="0" eaLnBrk="1" latinLnBrk="0" hangingPunct="1">
        <a:lnSpc>
          <a:spcPct val="90000"/>
        </a:lnSpc>
        <a:spcBef>
          <a:spcPts val="2400"/>
        </a:spcBef>
        <a:buFont typeface="Arial" panose="020B0604020202020204" pitchFamily="34" charset="0"/>
        <a:buChar char="•"/>
        <a:defRPr sz="11520" kern="1200">
          <a:solidFill>
            <a:schemeClr val="tx1"/>
          </a:solidFill>
          <a:latin typeface="+mn-lt"/>
          <a:ea typeface="+mn-ea"/>
          <a:cs typeface="+mn-cs"/>
        </a:defRPr>
      </a:lvl2pPr>
      <a:lvl3pPr marL="5484204" indent="-1096836" algn="l" defTabSz="4387368" rtl="0" eaLnBrk="1" latinLnBrk="0" hangingPunct="1">
        <a:lnSpc>
          <a:spcPct val="90000"/>
        </a:lnSpc>
        <a:spcBef>
          <a:spcPts val="2400"/>
        </a:spcBef>
        <a:buFont typeface="Arial" panose="020B0604020202020204" pitchFamily="34" charset="0"/>
        <a:buChar char="•"/>
        <a:defRPr sz="9600" kern="1200">
          <a:solidFill>
            <a:schemeClr val="tx1"/>
          </a:solidFill>
          <a:latin typeface="+mn-lt"/>
          <a:ea typeface="+mn-ea"/>
          <a:cs typeface="+mn-cs"/>
        </a:defRPr>
      </a:lvl3pPr>
      <a:lvl4pPr marL="7677888" indent="-1096836" algn="l" defTabSz="4387368"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4pPr>
      <a:lvl5pPr marL="9871572" indent="-1096836" algn="l" defTabSz="4387368"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5pPr>
      <a:lvl6pPr marL="12065256" indent="-1096836" algn="l" defTabSz="4387368"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58940" indent="-1096836" algn="l" defTabSz="4387368"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2612" indent="-1096836" algn="l" defTabSz="4387368"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46296" indent="-1096836" algn="l" defTabSz="4387368"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p:bodyStyle>
    <p:otherStyle>
      <a:defPPr>
        <a:defRPr lang="en-US"/>
      </a:defPPr>
      <a:lvl1pPr marL="0" algn="l" defTabSz="4387368" rtl="0" eaLnBrk="1" latinLnBrk="0" hangingPunct="1">
        <a:defRPr sz="8640" kern="1200">
          <a:solidFill>
            <a:schemeClr val="tx1"/>
          </a:solidFill>
          <a:latin typeface="+mn-lt"/>
          <a:ea typeface="+mn-ea"/>
          <a:cs typeface="+mn-cs"/>
        </a:defRPr>
      </a:lvl1pPr>
      <a:lvl2pPr marL="2193684" algn="l" defTabSz="4387368" rtl="0" eaLnBrk="1" latinLnBrk="0" hangingPunct="1">
        <a:defRPr sz="8640" kern="1200">
          <a:solidFill>
            <a:schemeClr val="tx1"/>
          </a:solidFill>
          <a:latin typeface="+mn-lt"/>
          <a:ea typeface="+mn-ea"/>
          <a:cs typeface="+mn-cs"/>
        </a:defRPr>
      </a:lvl2pPr>
      <a:lvl3pPr marL="4387368" algn="l" defTabSz="4387368" rtl="0" eaLnBrk="1" latinLnBrk="0" hangingPunct="1">
        <a:defRPr sz="8640" kern="1200">
          <a:solidFill>
            <a:schemeClr val="tx1"/>
          </a:solidFill>
          <a:latin typeface="+mn-lt"/>
          <a:ea typeface="+mn-ea"/>
          <a:cs typeface="+mn-cs"/>
        </a:defRPr>
      </a:lvl3pPr>
      <a:lvl4pPr marL="6581052" algn="l" defTabSz="4387368" rtl="0" eaLnBrk="1" latinLnBrk="0" hangingPunct="1">
        <a:defRPr sz="8640" kern="1200">
          <a:solidFill>
            <a:schemeClr val="tx1"/>
          </a:solidFill>
          <a:latin typeface="+mn-lt"/>
          <a:ea typeface="+mn-ea"/>
          <a:cs typeface="+mn-cs"/>
        </a:defRPr>
      </a:lvl4pPr>
      <a:lvl5pPr marL="8774724" algn="l" defTabSz="4387368" rtl="0" eaLnBrk="1" latinLnBrk="0" hangingPunct="1">
        <a:defRPr sz="8640" kern="1200">
          <a:solidFill>
            <a:schemeClr val="tx1"/>
          </a:solidFill>
          <a:latin typeface="+mn-lt"/>
          <a:ea typeface="+mn-ea"/>
          <a:cs typeface="+mn-cs"/>
        </a:defRPr>
      </a:lvl5pPr>
      <a:lvl6pPr marL="10968408" algn="l" defTabSz="4387368" rtl="0" eaLnBrk="1" latinLnBrk="0" hangingPunct="1">
        <a:defRPr sz="8640" kern="1200">
          <a:solidFill>
            <a:schemeClr val="tx1"/>
          </a:solidFill>
          <a:latin typeface="+mn-lt"/>
          <a:ea typeface="+mn-ea"/>
          <a:cs typeface="+mn-cs"/>
        </a:defRPr>
      </a:lvl6pPr>
      <a:lvl7pPr marL="13162092" algn="l" defTabSz="4387368" rtl="0" eaLnBrk="1" latinLnBrk="0" hangingPunct="1">
        <a:defRPr sz="8640" kern="1200">
          <a:solidFill>
            <a:schemeClr val="tx1"/>
          </a:solidFill>
          <a:latin typeface="+mn-lt"/>
          <a:ea typeface="+mn-ea"/>
          <a:cs typeface="+mn-cs"/>
        </a:defRPr>
      </a:lvl7pPr>
      <a:lvl8pPr marL="15355776" algn="l" defTabSz="4387368" rtl="0" eaLnBrk="1" latinLnBrk="0" hangingPunct="1">
        <a:defRPr sz="8640" kern="1200">
          <a:solidFill>
            <a:schemeClr val="tx1"/>
          </a:solidFill>
          <a:latin typeface="+mn-lt"/>
          <a:ea typeface="+mn-ea"/>
          <a:cs typeface="+mn-cs"/>
        </a:defRPr>
      </a:lvl8pPr>
      <a:lvl9pPr marL="17549460" algn="l" defTabSz="4387368" rtl="0" eaLnBrk="1" latinLnBrk="0" hangingPunct="1">
        <a:defRPr sz="864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368" userDrawn="1">
          <p15:clr>
            <a:srgbClr val="F26B43"/>
          </p15:clr>
        </p15:guide>
        <p15:guide id="2" pos="1382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52121E-E0E9-14E2-E0A9-A4447EDDB1E2}"/>
            </a:ext>
          </a:extLst>
        </p:cNvPr>
        <p:cNvGrpSpPr/>
        <p:nvPr/>
      </p:nvGrpSpPr>
      <p:grpSpPr>
        <a:xfrm>
          <a:off x="0" y="0"/>
          <a:ext cx="0" cy="0"/>
          <a:chOff x="0" y="0"/>
          <a:chExt cx="0" cy="0"/>
        </a:xfrm>
      </p:grpSpPr>
      <p:sp>
        <p:nvSpPr>
          <p:cNvPr id="11" name="Subtitle 10">
            <a:extLst>
              <a:ext uri="{FF2B5EF4-FFF2-40B4-BE49-F238E27FC236}">
                <a16:creationId xmlns:a16="http://schemas.microsoft.com/office/drawing/2014/main" id="{6D1F0203-494A-9C28-D78F-B4176D6AAB83}"/>
              </a:ext>
            </a:extLst>
          </p:cNvPr>
          <p:cNvSpPr>
            <a:spLocks noGrp="1"/>
          </p:cNvSpPr>
          <p:nvPr>
            <p:ph type="body" sz="quarter" idx="14"/>
          </p:nvPr>
        </p:nvSpPr>
        <p:spPr>
          <a:xfrm>
            <a:off x="1670604" y="2572674"/>
            <a:ext cx="11395716" cy="1431180"/>
          </a:xfrm>
        </p:spPr>
        <p:txBody>
          <a:bodyPr>
            <a:normAutofit fontScale="92500" lnSpcReduction="10000"/>
          </a:bodyPr>
          <a:lstStyle/>
          <a:p>
            <a:pPr>
              <a:lnSpc>
                <a:spcPct val="120000"/>
              </a:lnSpc>
              <a:spcBef>
                <a:spcPts val="0"/>
              </a:spcBef>
            </a:pPr>
            <a:r>
              <a:rPr lang="en-US" dirty="0">
                <a:solidFill>
                  <a:schemeClr val="bg1"/>
                </a:solidFill>
              </a:rPr>
              <a:t>EGN 4952C</a:t>
            </a:r>
          </a:p>
          <a:p>
            <a:pPr>
              <a:lnSpc>
                <a:spcPct val="120000"/>
              </a:lnSpc>
              <a:spcBef>
                <a:spcPts val="0"/>
              </a:spcBef>
            </a:pPr>
            <a:r>
              <a:rPr lang="en-US" dirty="0">
                <a:solidFill>
                  <a:schemeClr val="bg1"/>
                </a:solidFill>
              </a:rPr>
              <a:t>Electrical Engineering &amp; Computer S</a:t>
            </a:r>
            <a:r>
              <a:rPr lang="en-US" dirty="0"/>
              <a:t>cience</a:t>
            </a:r>
            <a:endParaRPr lang="en-US" dirty="0">
              <a:solidFill>
                <a:schemeClr val="bg1"/>
              </a:solidFill>
            </a:endParaRPr>
          </a:p>
        </p:txBody>
      </p:sp>
      <p:sp>
        <p:nvSpPr>
          <p:cNvPr id="10" name="Title 9">
            <a:extLst>
              <a:ext uri="{FF2B5EF4-FFF2-40B4-BE49-F238E27FC236}">
                <a16:creationId xmlns:a16="http://schemas.microsoft.com/office/drawing/2014/main" id="{F42A6ED8-ED5A-739A-F15F-C3E767C6E212}"/>
              </a:ext>
            </a:extLst>
          </p:cNvPr>
          <p:cNvSpPr>
            <a:spLocks noGrp="1"/>
          </p:cNvSpPr>
          <p:nvPr>
            <p:ph type="ctrTitle" idx="4294967295"/>
          </p:nvPr>
        </p:nvSpPr>
        <p:spPr>
          <a:xfrm>
            <a:off x="1626276" y="581016"/>
            <a:ext cx="11484372" cy="1646232"/>
          </a:xfrm>
          <a:prstGeom prst="rect">
            <a:avLst/>
          </a:prstGeom>
        </p:spPr>
        <p:txBody>
          <a:bodyPr>
            <a:noAutofit/>
          </a:bodyPr>
          <a:lstStyle/>
          <a:p>
            <a:pPr algn="l"/>
            <a:r>
              <a:rPr lang="en-US" sz="6600" b="1" dirty="0">
                <a:solidFill>
                  <a:schemeClr val="bg1"/>
                </a:solidFill>
                <a:latin typeface="Lato" panose="020F0502020204030203" pitchFamily="34" charset="0"/>
                <a:ea typeface="Lato" panose="020F0502020204030203" pitchFamily="34" charset="0"/>
                <a:cs typeface="Lato" panose="020F0502020204030203" pitchFamily="34" charset="0"/>
              </a:rPr>
              <a:t>Breast Cancer Stage Classification with miRNA  </a:t>
            </a:r>
          </a:p>
        </p:txBody>
      </p:sp>
      <p:sp>
        <p:nvSpPr>
          <p:cNvPr id="12" name="Subtitle 10">
            <a:extLst>
              <a:ext uri="{FF2B5EF4-FFF2-40B4-BE49-F238E27FC236}">
                <a16:creationId xmlns:a16="http://schemas.microsoft.com/office/drawing/2014/main" id="{F787D334-CF79-38F2-533B-CF5ECA6740DB}"/>
              </a:ext>
            </a:extLst>
          </p:cNvPr>
          <p:cNvSpPr txBox="1">
            <a:spLocks/>
          </p:cNvSpPr>
          <p:nvPr/>
        </p:nvSpPr>
        <p:spPr>
          <a:xfrm>
            <a:off x="14714196" y="607832"/>
            <a:ext cx="6495528" cy="1097280"/>
          </a:xfrm>
          <a:prstGeom prst="rect">
            <a:avLst/>
          </a:prstGeom>
        </p:spPr>
        <p:txBody>
          <a:bodyPr vert="horz" lIns="329184" tIns="164592" rIns="329184" bIns="164592"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4320" dirty="0">
                <a:solidFill>
                  <a:schemeClr val="bg1"/>
                </a:solidFill>
                <a:latin typeface="Lato" panose="020F0502020204030203" pitchFamily="34" charset="0"/>
                <a:ea typeface="Lato" panose="020F0502020204030203" pitchFamily="34" charset="0"/>
                <a:cs typeface="Lato" panose="020F0502020204030203" pitchFamily="34" charset="0"/>
              </a:rPr>
              <a:t>Team Members </a:t>
            </a:r>
            <a:endParaRPr lang="en-US" sz="1440"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13" name="Subtitle 10">
            <a:extLst>
              <a:ext uri="{FF2B5EF4-FFF2-40B4-BE49-F238E27FC236}">
                <a16:creationId xmlns:a16="http://schemas.microsoft.com/office/drawing/2014/main" id="{CFFDC23D-3C97-792C-262C-26145A50CD7D}"/>
              </a:ext>
            </a:extLst>
          </p:cNvPr>
          <p:cNvSpPr txBox="1">
            <a:spLocks/>
          </p:cNvSpPr>
          <p:nvPr/>
        </p:nvSpPr>
        <p:spPr>
          <a:xfrm>
            <a:off x="14714202" y="1395146"/>
            <a:ext cx="6701244" cy="3331044"/>
          </a:xfrm>
          <a:prstGeom prst="rect">
            <a:avLst/>
          </a:prstGeom>
        </p:spPr>
        <p:txBody>
          <a:bodyPr vert="horz" lIns="329184" tIns="164592" rIns="329184" bIns="164592"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en-US" sz="3240" dirty="0">
                <a:solidFill>
                  <a:schemeClr val="bg1"/>
                </a:solidFill>
                <a:latin typeface="Lato" panose="020F0502020204030203" pitchFamily="34" charset="0"/>
                <a:ea typeface="Lato" panose="020F0502020204030203" pitchFamily="34" charset="0"/>
                <a:cs typeface="Lato" panose="020F0502020204030203" pitchFamily="34" charset="0"/>
              </a:rPr>
              <a:t>Joshua Adegboyo</a:t>
            </a:r>
            <a:br>
              <a:rPr lang="en-US" sz="3240" dirty="0">
                <a:solidFill>
                  <a:schemeClr val="bg1"/>
                </a:solidFill>
                <a:latin typeface="Lato" panose="020F0502020204030203" pitchFamily="34" charset="0"/>
                <a:ea typeface="Lato" panose="020F0502020204030203" pitchFamily="34" charset="0"/>
                <a:cs typeface="Lato" panose="020F0502020204030203" pitchFamily="34" charset="0"/>
              </a:rPr>
            </a:br>
            <a:r>
              <a:rPr lang="en-US" sz="3240" b="0" dirty="0">
                <a:solidFill>
                  <a:schemeClr val="bg1"/>
                </a:solidFill>
                <a:latin typeface="Lato" panose="020F0502020204030203" pitchFamily="34" charset="0"/>
                <a:ea typeface="Lato" panose="020F0502020204030203" pitchFamily="34" charset="0"/>
                <a:cs typeface="Lato" panose="020F0502020204030203" pitchFamily="34" charset="0"/>
              </a:rPr>
              <a:t>Anika Baro Villa</a:t>
            </a:r>
            <a:br>
              <a:rPr lang="en-US" sz="3240" b="0" dirty="0">
                <a:solidFill>
                  <a:schemeClr val="bg1"/>
                </a:solidFill>
                <a:latin typeface="Lato" panose="020F0502020204030203" pitchFamily="34" charset="0"/>
                <a:ea typeface="Lato" panose="020F0502020204030203" pitchFamily="34" charset="0"/>
                <a:cs typeface="Lato" panose="020F0502020204030203" pitchFamily="34" charset="0"/>
              </a:rPr>
            </a:br>
            <a:r>
              <a:rPr lang="en-US" sz="3240" b="0" dirty="0">
                <a:solidFill>
                  <a:schemeClr val="bg1"/>
                </a:solidFill>
                <a:latin typeface="Lato" panose="020F0502020204030203" pitchFamily="34" charset="0"/>
                <a:ea typeface="Lato" panose="020F0502020204030203" pitchFamily="34" charset="0"/>
                <a:cs typeface="Lato" panose="020F0502020204030203" pitchFamily="34" charset="0"/>
              </a:rPr>
              <a:t>Nicholas Campos</a:t>
            </a:r>
            <a:br>
              <a:rPr lang="en-US" sz="3240" dirty="0">
                <a:solidFill>
                  <a:schemeClr val="bg1"/>
                </a:solidFill>
                <a:latin typeface="Lato" panose="020F0502020204030203" pitchFamily="34" charset="0"/>
                <a:ea typeface="Lato" panose="020F0502020204030203" pitchFamily="34" charset="0"/>
                <a:cs typeface="Lato" panose="020F0502020204030203" pitchFamily="34" charset="0"/>
              </a:rPr>
            </a:br>
            <a:r>
              <a:rPr lang="en-US" sz="3240" b="0" dirty="0">
                <a:solidFill>
                  <a:schemeClr val="bg1"/>
                </a:solidFill>
                <a:latin typeface="Lato" panose="020F0502020204030203" pitchFamily="34" charset="0"/>
                <a:ea typeface="Lato" panose="020F0502020204030203" pitchFamily="34" charset="0"/>
                <a:cs typeface="Lato" panose="020F0502020204030203" pitchFamily="34" charset="0"/>
              </a:rPr>
              <a:t>Brehon Parker</a:t>
            </a:r>
            <a:endParaRPr lang="en-US" sz="3240"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17" name="Subtitle 10">
            <a:extLst>
              <a:ext uri="{FF2B5EF4-FFF2-40B4-BE49-F238E27FC236}">
                <a16:creationId xmlns:a16="http://schemas.microsoft.com/office/drawing/2014/main" id="{072EF259-132D-5351-4348-EF734BA4217A}"/>
              </a:ext>
            </a:extLst>
          </p:cNvPr>
          <p:cNvSpPr txBox="1">
            <a:spLocks/>
          </p:cNvSpPr>
          <p:nvPr/>
        </p:nvSpPr>
        <p:spPr>
          <a:xfrm>
            <a:off x="23955004" y="3179011"/>
            <a:ext cx="6495528" cy="1097280"/>
          </a:xfrm>
          <a:prstGeom prst="rect">
            <a:avLst/>
          </a:prstGeom>
        </p:spPr>
        <p:txBody>
          <a:bodyPr vert="horz" lIns="329184" tIns="164592" rIns="329184" bIns="164592"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4320" dirty="0">
                <a:solidFill>
                  <a:schemeClr val="bg1"/>
                </a:solidFill>
                <a:latin typeface="Lato" panose="020F0502020204030203" pitchFamily="34" charset="0"/>
                <a:ea typeface="Lato" panose="020F0502020204030203" pitchFamily="34" charset="0"/>
                <a:cs typeface="Lato" panose="020F0502020204030203" pitchFamily="34" charset="0"/>
              </a:rPr>
              <a:t>Project Advisor</a:t>
            </a:r>
            <a:endParaRPr lang="en-US" sz="1440"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18" name="Subtitle 10">
            <a:extLst>
              <a:ext uri="{FF2B5EF4-FFF2-40B4-BE49-F238E27FC236}">
                <a16:creationId xmlns:a16="http://schemas.microsoft.com/office/drawing/2014/main" id="{9109879B-2702-78BB-D894-D6DEDB448D04}"/>
              </a:ext>
            </a:extLst>
          </p:cNvPr>
          <p:cNvSpPr txBox="1">
            <a:spLocks/>
          </p:cNvSpPr>
          <p:nvPr/>
        </p:nvSpPr>
        <p:spPr>
          <a:xfrm>
            <a:off x="23955003" y="4080343"/>
            <a:ext cx="8425547" cy="971819"/>
          </a:xfrm>
          <a:prstGeom prst="rect">
            <a:avLst/>
          </a:prstGeom>
        </p:spPr>
        <p:txBody>
          <a:bodyPr vert="horz" lIns="329184" tIns="164592" rIns="329184" bIns="164592"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3240" b="0" dirty="0">
                <a:solidFill>
                  <a:schemeClr val="bg1"/>
                </a:solidFill>
                <a:latin typeface="Lato" panose="020F0502020204030203" pitchFamily="34" charset="0"/>
                <a:ea typeface="Lato" panose="020F0502020204030203" pitchFamily="34" charset="0"/>
                <a:cs typeface="Lato" panose="020F0502020204030203" pitchFamily="34" charset="0"/>
              </a:rPr>
              <a:t>Dr. Ali Ibrahim</a:t>
            </a:r>
            <a:endParaRPr lang="en-US" sz="2160"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19" name="Title 9">
            <a:extLst>
              <a:ext uri="{FF2B5EF4-FFF2-40B4-BE49-F238E27FC236}">
                <a16:creationId xmlns:a16="http://schemas.microsoft.com/office/drawing/2014/main" id="{F39E1883-9F7C-2AC2-DEDB-030CB504DF53}"/>
              </a:ext>
            </a:extLst>
          </p:cNvPr>
          <p:cNvSpPr txBox="1">
            <a:spLocks/>
          </p:cNvSpPr>
          <p:nvPr/>
        </p:nvSpPr>
        <p:spPr>
          <a:xfrm>
            <a:off x="29675574" y="5767434"/>
            <a:ext cx="8425548" cy="1058088"/>
          </a:xfrm>
          <a:prstGeom prst="rect">
            <a:avLst/>
          </a:prstGeom>
        </p:spPr>
        <p:txBody>
          <a:bodyPr vert="horz" lIns="329184" tIns="164592" rIns="329184" bIns="164592" rtlCol="0" anchor="b">
            <a:normAutofit/>
          </a:bodyPr>
          <a:lstStyle>
            <a:lvl1pPr algn="ctr" defTabSz="914400" rtl="0" eaLnBrk="1" latinLnBrk="0" hangingPunct="1">
              <a:lnSpc>
                <a:spcPct val="90000"/>
              </a:lnSpc>
              <a:spcBef>
                <a:spcPct val="0"/>
              </a:spcBef>
              <a:buNone/>
              <a:defRPr sz="6000" b="1" i="0" kern="1200">
                <a:solidFill>
                  <a:schemeClr val="tx1"/>
                </a:solidFill>
                <a:latin typeface="Lato Heavy" panose="020F0502020204030203" pitchFamily="34" charset="0"/>
                <a:ea typeface="Lato Heavy" panose="020F0502020204030203" pitchFamily="34" charset="0"/>
                <a:cs typeface="Lato Heavy" panose="020F0502020204030203" pitchFamily="34" charset="0"/>
              </a:defRPr>
            </a:lvl1pPr>
          </a:lstStyle>
          <a:p>
            <a:pPr algn="l"/>
            <a:r>
              <a:rPr lang="en-US" sz="5040" dirty="0">
                <a:latin typeface="Lato" panose="020F0502020204030203" pitchFamily="34" charset="0"/>
                <a:ea typeface="Lato" panose="020F0502020204030203" pitchFamily="34" charset="0"/>
                <a:cs typeface="Lato" panose="020F0502020204030203" pitchFamily="34" charset="0"/>
              </a:rPr>
              <a:t>Problem Statement</a:t>
            </a:r>
          </a:p>
        </p:txBody>
      </p:sp>
      <p:sp>
        <p:nvSpPr>
          <p:cNvPr id="20" name="Subtitle 10">
            <a:extLst>
              <a:ext uri="{FF2B5EF4-FFF2-40B4-BE49-F238E27FC236}">
                <a16:creationId xmlns:a16="http://schemas.microsoft.com/office/drawing/2014/main" id="{3EDAE91A-44CC-492A-4595-F23CAB215891}"/>
              </a:ext>
            </a:extLst>
          </p:cNvPr>
          <p:cNvSpPr txBox="1">
            <a:spLocks/>
          </p:cNvSpPr>
          <p:nvPr/>
        </p:nvSpPr>
        <p:spPr>
          <a:xfrm>
            <a:off x="29675580" y="6707952"/>
            <a:ext cx="13480884" cy="5521044"/>
          </a:xfrm>
          <a:prstGeom prst="rect">
            <a:avLst/>
          </a:prstGeom>
        </p:spPr>
        <p:txBody>
          <a:bodyPr vert="horz" lIns="329184" tIns="164592" rIns="329184" bIns="164592"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20000"/>
              </a:lnSpc>
            </a:pPr>
            <a:r>
              <a:rPr lang="en-US" sz="3960" b="0" dirty="0">
                <a:latin typeface="Lato" panose="020F0502020204030203" pitchFamily="34" charset="0"/>
                <a:ea typeface="Lato" panose="020F0502020204030203" pitchFamily="34" charset="0"/>
                <a:cs typeface="Lato" panose="020F0502020204030203" pitchFamily="34" charset="0"/>
              </a:rPr>
              <a:t>Breast cancer staging relies on tissue biopsies and pathology. Integrating miRNA profiles could improve diagnostic accuracy without further invasive procedures. Yet high dimensionality (1,881 features), limited sample sizes, and inconsistent feature-selection outputs hinder reliable biomarker discovery. This project compares traditional, deep learning, and clustering approaches to derive stage-specific miRNA panels and assess accuracy and interpretability under imbalance and heterogeneity.</a:t>
            </a:r>
          </a:p>
        </p:txBody>
      </p:sp>
      <p:sp>
        <p:nvSpPr>
          <p:cNvPr id="26" name="Subtitle 10">
            <a:extLst>
              <a:ext uri="{FF2B5EF4-FFF2-40B4-BE49-F238E27FC236}">
                <a16:creationId xmlns:a16="http://schemas.microsoft.com/office/drawing/2014/main" id="{38E5A859-EB80-1D19-4A63-5B39B36F4A35}"/>
              </a:ext>
            </a:extLst>
          </p:cNvPr>
          <p:cNvSpPr txBox="1">
            <a:spLocks/>
          </p:cNvSpPr>
          <p:nvPr/>
        </p:nvSpPr>
        <p:spPr>
          <a:xfrm>
            <a:off x="1358600" y="3893680"/>
            <a:ext cx="10816044" cy="1097280"/>
          </a:xfrm>
          <a:prstGeom prst="rect">
            <a:avLst/>
          </a:prstGeom>
        </p:spPr>
        <p:txBody>
          <a:bodyPr vert="horz" lIns="329184" tIns="164592" rIns="329184" bIns="164592"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4320" dirty="0">
                <a:solidFill>
                  <a:schemeClr val="bg1"/>
                </a:solidFill>
                <a:latin typeface="Lato" panose="020F0502020204030203" pitchFamily="34" charset="0"/>
                <a:ea typeface="Lato" panose="020F0502020204030203" pitchFamily="34" charset="0"/>
                <a:cs typeface="Lato" panose="020F0502020204030203" pitchFamily="34" charset="0"/>
              </a:rPr>
              <a:t>Sponsored by:  Dr. Ali Ibrahim</a:t>
            </a:r>
            <a:endParaRPr lang="en-US" sz="4320" b="0"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35" name="Title 9">
            <a:extLst>
              <a:ext uri="{FF2B5EF4-FFF2-40B4-BE49-F238E27FC236}">
                <a16:creationId xmlns:a16="http://schemas.microsoft.com/office/drawing/2014/main" id="{06AF2CD4-5FFE-8DD9-115B-0AFAD571B6DF}"/>
              </a:ext>
            </a:extLst>
          </p:cNvPr>
          <p:cNvSpPr txBox="1">
            <a:spLocks/>
          </p:cNvSpPr>
          <p:nvPr/>
        </p:nvSpPr>
        <p:spPr>
          <a:xfrm>
            <a:off x="29675592" y="13758402"/>
            <a:ext cx="13480872" cy="1058088"/>
          </a:xfrm>
          <a:prstGeom prst="rect">
            <a:avLst/>
          </a:prstGeom>
        </p:spPr>
        <p:txBody>
          <a:bodyPr vert="horz" lIns="329184" tIns="164592" rIns="329184" bIns="164592" rtlCol="0" anchor="b">
            <a:normAutofit/>
          </a:bodyPr>
          <a:lstStyle>
            <a:lvl1pPr algn="ctr" defTabSz="914400" rtl="0" eaLnBrk="1" latinLnBrk="0" hangingPunct="1">
              <a:lnSpc>
                <a:spcPct val="90000"/>
              </a:lnSpc>
              <a:spcBef>
                <a:spcPct val="0"/>
              </a:spcBef>
              <a:buNone/>
              <a:defRPr sz="6000" b="1" i="0" kern="1200">
                <a:solidFill>
                  <a:schemeClr val="tx1"/>
                </a:solidFill>
                <a:latin typeface="Lato Heavy" panose="020F0502020204030203" pitchFamily="34" charset="0"/>
                <a:ea typeface="Lato Heavy" panose="020F0502020204030203" pitchFamily="34" charset="0"/>
                <a:cs typeface="Lato Heavy" panose="020F0502020204030203" pitchFamily="34" charset="0"/>
              </a:defRPr>
            </a:lvl1pPr>
          </a:lstStyle>
          <a:p>
            <a:pPr algn="l"/>
            <a:r>
              <a:rPr lang="en-US" sz="5040" dirty="0">
                <a:latin typeface="Lato" panose="020F0502020204030203" pitchFamily="34" charset="0"/>
                <a:ea typeface="Lato" panose="020F0502020204030203" pitchFamily="34" charset="0"/>
                <a:cs typeface="Lato" panose="020F0502020204030203" pitchFamily="34" charset="0"/>
              </a:rPr>
              <a:t>Results</a:t>
            </a:r>
          </a:p>
        </p:txBody>
      </p:sp>
      <p:sp>
        <p:nvSpPr>
          <p:cNvPr id="36" name="Subtitle 10">
            <a:extLst>
              <a:ext uri="{FF2B5EF4-FFF2-40B4-BE49-F238E27FC236}">
                <a16:creationId xmlns:a16="http://schemas.microsoft.com/office/drawing/2014/main" id="{7B5458EC-2522-006E-0756-4CFEA110D6C5}"/>
              </a:ext>
            </a:extLst>
          </p:cNvPr>
          <p:cNvSpPr txBox="1">
            <a:spLocks/>
          </p:cNvSpPr>
          <p:nvPr/>
        </p:nvSpPr>
        <p:spPr>
          <a:xfrm>
            <a:off x="29675580" y="14698914"/>
            <a:ext cx="13667040" cy="5251272"/>
          </a:xfrm>
          <a:prstGeom prst="rect">
            <a:avLst/>
          </a:prstGeom>
        </p:spPr>
        <p:txBody>
          <a:bodyPr vert="horz" lIns="329184" tIns="164592" rIns="329184" bIns="164592"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20000"/>
              </a:lnSpc>
            </a:pPr>
            <a:r>
              <a:rPr lang="en-US" sz="3960" b="0" dirty="0">
                <a:latin typeface="Lato" panose="020F0502020204030203" pitchFamily="34" charset="0"/>
                <a:ea typeface="Lato" panose="020F0502020204030203" pitchFamily="34" charset="0"/>
                <a:cs typeface="Lato" panose="020F0502020204030203" pitchFamily="34" charset="0"/>
              </a:rPr>
              <a:t>Traditional selection gave the most stable performance with compact 5–15 miRNA panels at our data scale (1,881 features and 1,209 samples). Under our evaluation (single split for Stages I–III and stratified K-fold CV for Stage IV with 15 positives), the best balanced results across methods were 61.4% (Stage I), 64.0% (Stage II), 61.7% (Stage III, clustering; low sensitivity), and 84.6% for Stage IV (AUC 0.767; sensitivity 60.0%). Deep learning rarely outperformed traditional, and clustering sometimes matched accuracy but often traded off sensitivity and specificity.</a:t>
            </a:r>
          </a:p>
        </p:txBody>
      </p:sp>
      <p:sp>
        <p:nvSpPr>
          <p:cNvPr id="38" name="Subtitle 10">
            <a:extLst>
              <a:ext uri="{FF2B5EF4-FFF2-40B4-BE49-F238E27FC236}">
                <a16:creationId xmlns:a16="http://schemas.microsoft.com/office/drawing/2014/main" id="{1F96862B-1823-A3D3-CC11-BFD32D73EDA6}"/>
              </a:ext>
            </a:extLst>
          </p:cNvPr>
          <p:cNvSpPr txBox="1">
            <a:spLocks/>
          </p:cNvSpPr>
          <p:nvPr/>
        </p:nvSpPr>
        <p:spPr>
          <a:xfrm>
            <a:off x="29734338" y="24340604"/>
            <a:ext cx="13667040" cy="6146076"/>
          </a:xfrm>
          <a:prstGeom prst="rect">
            <a:avLst/>
          </a:prstGeom>
        </p:spPr>
        <p:txBody>
          <a:bodyPr vert="horz" lIns="329184" tIns="164592" rIns="329184" bIns="164592"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571500" indent="-571500" algn="l">
              <a:lnSpc>
                <a:spcPct val="120000"/>
              </a:lnSpc>
              <a:buFont typeface="Wingdings" panose="05000000000000000000" pitchFamily="2" charset="2"/>
              <a:buChar char="§"/>
            </a:pPr>
            <a:r>
              <a:rPr lang="en-US" sz="3960" b="0" dirty="0">
                <a:latin typeface="Lato" panose="020F0502020204030203" pitchFamily="34" charset="0"/>
                <a:ea typeface="Lato" panose="020F0502020204030203" pitchFamily="34" charset="0"/>
                <a:cs typeface="Lato" panose="020F0502020204030203" pitchFamily="34" charset="0"/>
              </a:rPr>
              <a:t>No single method is optimal; different selectors capture complementary signals. </a:t>
            </a:r>
          </a:p>
          <a:p>
            <a:pPr marL="571500" indent="-571500" algn="l">
              <a:lnSpc>
                <a:spcPct val="120000"/>
              </a:lnSpc>
              <a:buFont typeface="Wingdings" panose="05000000000000000000" pitchFamily="2" charset="2"/>
              <a:buChar char="§"/>
            </a:pPr>
            <a:r>
              <a:rPr lang="en-US" sz="3960" b="0" dirty="0">
                <a:latin typeface="Lato" panose="020F0502020204030203" pitchFamily="34" charset="0"/>
                <a:ea typeface="Lato" panose="020F0502020204030203" pitchFamily="34" charset="0"/>
                <a:cs typeface="Lato" panose="020F0502020204030203" pitchFamily="34" charset="0"/>
              </a:rPr>
              <a:t>Traditional feature selection methods offer most balanced performance for small-sample miRNA studies.</a:t>
            </a:r>
          </a:p>
          <a:p>
            <a:pPr marL="571500" indent="-571500" algn="l">
              <a:lnSpc>
                <a:spcPct val="120000"/>
              </a:lnSpc>
              <a:buFont typeface="Wingdings" panose="05000000000000000000" pitchFamily="2" charset="2"/>
              <a:buChar char="§"/>
            </a:pPr>
            <a:r>
              <a:rPr lang="en-US" sz="3960" b="0" dirty="0">
                <a:latin typeface="Lato" panose="020F0502020204030203" pitchFamily="34" charset="0"/>
                <a:ea typeface="Lato" panose="020F0502020204030203" pitchFamily="34" charset="0"/>
                <a:cs typeface="Lato" panose="020F0502020204030203" pitchFamily="34" charset="0"/>
              </a:rPr>
              <a:t>Class imbalance and stage heterogeneity strongly affect performance. </a:t>
            </a:r>
          </a:p>
          <a:p>
            <a:pPr marL="571500" indent="-571500" algn="l">
              <a:lnSpc>
                <a:spcPct val="120000"/>
              </a:lnSpc>
              <a:buFont typeface="Wingdings" panose="05000000000000000000" pitchFamily="2" charset="2"/>
              <a:buChar char="§"/>
            </a:pPr>
            <a:r>
              <a:rPr lang="en-US" sz="3960" b="0" dirty="0">
                <a:latin typeface="Lato" panose="020F0502020204030203" pitchFamily="34" charset="0"/>
                <a:ea typeface="Lato" panose="020F0502020204030203" pitchFamily="34" charset="0"/>
                <a:cs typeface="Lato" panose="020F0502020204030203" pitchFamily="34" charset="0"/>
              </a:rPr>
              <a:t>Our comparative pipeline is reusable for other cancers and biomarker studies.</a:t>
            </a:r>
          </a:p>
        </p:txBody>
      </p:sp>
      <p:sp>
        <p:nvSpPr>
          <p:cNvPr id="39" name="Title 9">
            <a:extLst>
              <a:ext uri="{FF2B5EF4-FFF2-40B4-BE49-F238E27FC236}">
                <a16:creationId xmlns:a16="http://schemas.microsoft.com/office/drawing/2014/main" id="{A1AD5B4F-EF58-6FB4-8CB9-A635C225219E}"/>
              </a:ext>
            </a:extLst>
          </p:cNvPr>
          <p:cNvSpPr txBox="1">
            <a:spLocks/>
          </p:cNvSpPr>
          <p:nvPr/>
        </p:nvSpPr>
        <p:spPr>
          <a:xfrm>
            <a:off x="29675574" y="23360894"/>
            <a:ext cx="13480872" cy="1058088"/>
          </a:xfrm>
          <a:prstGeom prst="rect">
            <a:avLst/>
          </a:prstGeom>
        </p:spPr>
        <p:txBody>
          <a:bodyPr vert="horz" lIns="329184" tIns="164592" rIns="329184" bIns="164592" rtlCol="0" anchor="b">
            <a:normAutofit/>
          </a:bodyPr>
          <a:lstStyle>
            <a:lvl1pPr algn="ctr" defTabSz="914400" rtl="0" eaLnBrk="1" latinLnBrk="0" hangingPunct="1">
              <a:lnSpc>
                <a:spcPct val="90000"/>
              </a:lnSpc>
              <a:spcBef>
                <a:spcPct val="0"/>
              </a:spcBef>
              <a:buNone/>
              <a:defRPr sz="6000" b="1" i="0" kern="1200">
                <a:solidFill>
                  <a:schemeClr val="tx1"/>
                </a:solidFill>
                <a:latin typeface="Lato Heavy" panose="020F0502020204030203" pitchFamily="34" charset="0"/>
                <a:ea typeface="Lato Heavy" panose="020F0502020204030203" pitchFamily="34" charset="0"/>
                <a:cs typeface="Lato Heavy" panose="020F0502020204030203" pitchFamily="34" charset="0"/>
              </a:defRPr>
            </a:lvl1pPr>
          </a:lstStyle>
          <a:p>
            <a:pPr algn="l"/>
            <a:r>
              <a:rPr lang="en-US" sz="5040" dirty="0">
                <a:latin typeface="Lato" panose="020F0502020204030203" pitchFamily="34" charset="0"/>
                <a:ea typeface="Lato" panose="020F0502020204030203" pitchFamily="34" charset="0"/>
                <a:cs typeface="Lato" panose="020F0502020204030203" pitchFamily="34" charset="0"/>
              </a:rPr>
              <a:t>Conclusions &amp; Impact</a:t>
            </a:r>
          </a:p>
        </p:txBody>
      </p:sp>
      <p:sp>
        <p:nvSpPr>
          <p:cNvPr id="40" name="Title 9">
            <a:extLst>
              <a:ext uri="{FF2B5EF4-FFF2-40B4-BE49-F238E27FC236}">
                <a16:creationId xmlns:a16="http://schemas.microsoft.com/office/drawing/2014/main" id="{E2BF7F53-D650-BDAA-CE63-358B1C67BEB8}"/>
              </a:ext>
            </a:extLst>
          </p:cNvPr>
          <p:cNvSpPr txBox="1">
            <a:spLocks/>
          </p:cNvSpPr>
          <p:nvPr/>
        </p:nvSpPr>
        <p:spPr>
          <a:xfrm>
            <a:off x="33018130" y="2945865"/>
            <a:ext cx="2872070" cy="1645920"/>
          </a:xfrm>
          <a:prstGeom prst="rect">
            <a:avLst/>
          </a:prstGeom>
        </p:spPr>
        <p:txBody>
          <a:bodyPr vert="horz" lIns="329184" tIns="164592" rIns="329184" bIns="164592" rtlCol="0" anchor="b">
            <a:normAutofit/>
          </a:bodyPr>
          <a:lstStyle>
            <a:lvl1pPr algn="ctr" defTabSz="914400" rtl="0" eaLnBrk="1" latinLnBrk="0" hangingPunct="1">
              <a:lnSpc>
                <a:spcPct val="90000"/>
              </a:lnSpc>
              <a:spcBef>
                <a:spcPct val="0"/>
              </a:spcBef>
              <a:buNone/>
              <a:defRPr sz="6000" b="1" i="0" kern="1200">
                <a:solidFill>
                  <a:schemeClr val="tx1"/>
                </a:solidFill>
                <a:latin typeface="Lato Heavy" panose="020F0502020204030203" pitchFamily="34" charset="0"/>
                <a:ea typeface="Lato Heavy" panose="020F0502020204030203" pitchFamily="34" charset="0"/>
                <a:cs typeface="Lato Heavy" panose="020F0502020204030203" pitchFamily="34" charset="0"/>
              </a:defRPr>
            </a:lvl1pPr>
          </a:lstStyle>
          <a:p>
            <a:pPr algn="r"/>
            <a:r>
              <a:rPr lang="en-US" sz="8640" dirty="0">
                <a:solidFill>
                  <a:schemeClr val="bg1"/>
                </a:solidFill>
                <a:latin typeface="Lato" panose="020F0502020204030203" pitchFamily="34" charset="0"/>
                <a:ea typeface="Lato" panose="020F0502020204030203" pitchFamily="34" charset="0"/>
                <a:cs typeface="Lato" panose="020F0502020204030203" pitchFamily="34" charset="0"/>
              </a:rPr>
              <a:t>#44</a:t>
            </a:r>
          </a:p>
        </p:txBody>
      </p:sp>
      <p:sp>
        <p:nvSpPr>
          <p:cNvPr id="2" name="Subtitle 10">
            <a:extLst>
              <a:ext uri="{FF2B5EF4-FFF2-40B4-BE49-F238E27FC236}">
                <a16:creationId xmlns:a16="http://schemas.microsoft.com/office/drawing/2014/main" id="{57A9F4F5-D8AB-8113-1A6A-D639ADBFDAE9}"/>
              </a:ext>
            </a:extLst>
          </p:cNvPr>
          <p:cNvSpPr txBox="1">
            <a:spLocks/>
          </p:cNvSpPr>
          <p:nvPr/>
        </p:nvSpPr>
        <p:spPr>
          <a:xfrm>
            <a:off x="23887423" y="600767"/>
            <a:ext cx="8304791" cy="1097280"/>
          </a:xfrm>
          <a:prstGeom prst="rect">
            <a:avLst/>
          </a:prstGeom>
        </p:spPr>
        <p:txBody>
          <a:bodyPr vert="horz" lIns="329184" tIns="164592" rIns="329184" bIns="164592"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4320" dirty="0">
                <a:solidFill>
                  <a:schemeClr val="bg1"/>
                </a:solidFill>
                <a:latin typeface="Lato" panose="020F0502020204030203" pitchFamily="34" charset="0"/>
                <a:ea typeface="Lato" panose="020F0502020204030203" pitchFamily="34" charset="0"/>
                <a:cs typeface="Lato" panose="020F0502020204030203" pitchFamily="34" charset="0"/>
              </a:rPr>
              <a:t>Faculty Course Facilitator </a:t>
            </a:r>
            <a:endParaRPr lang="en-US" sz="1440"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5" name="Subtitle 10">
            <a:extLst>
              <a:ext uri="{FF2B5EF4-FFF2-40B4-BE49-F238E27FC236}">
                <a16:creationId xmlns:a16="http://schemas.microsoft.com/office/drawing/2014/main" id="{98919A1D-C1D7-5A03-69FE-EB7F9CC68594}"/>
              </a:ext>
            </a:extLst>
          </p:cNvPr>
          <p:cNvSpPr txBox="1">
            <a:spLocks/>
          </p:cNvSpPr>
          <p:nvPr/>
        </p:nvSpPr>
        <p:spPr>
          <a:xfrm>
            <a:off x="23887423" y="1502099"/>
            <a:ext cx="6701243" cy="1169012"/>
          </a:xfrm>
          <a:prstGeom prst="rect">
            <a:avLst/>
          </a:prstGeom>
        </p:spPr>
        <p:txBody>
          <a:bodyPr vert="horz" lIns="329184" tIns="164592" rIns="329184" bIns="164592"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3240" b="0" dirty="0">
                <a:solidFill>
                  <a:schemeClr val="bg1"/>
                </a:solidFill>
                <a:latin typeface="Lato" panose="020F0502020204030203" pitchFamily="34" charset="0"/>
                <a:ea typeface="Lato" panose="020F0502020204030203" pitchFamily="34" charset="0"/>
                <a:cs typeface="Lato" panose="020F0502020204030203" pitchFamily="34" charset="0"/>
              </a:rPr>
              <a:t>Dr. Hanqi Zhuang</a:t>
            </a:r>
          </a:p>
          <a:p>
            <a:pPr algn="l"/>
            <a:r>
              <a:rPr lang="en-US" sz="3240" b="0" dirty="0">
                <a:solidFill>
                  <a:schemeClr val="bg1"/>
                </a:solidFill>
                <a:latin typeface="Lato" panose="020F0502020204030203" pitchFamily="34" charset="0"/>
                <a:ea typeface="Lato" panose="020F0502020204030203" pitchFamily="34" charset="0"/>
                <a:cs typeface="Lato" panose="020F0502020204030203" pitchFamily="34" charset="0"/>
              </a:rPr>
              <a:t>Dr. Rabia Shahid</a:t>
            </a:r>
            <a:endParaRPr lang="en-US" sz="3240"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pic>
        <p:nvPicPr>
          <p:cNvPr id="9" name="Picture Placeholder 12">
            <a:extLst>
              <a:ext uri="{FF2B5EF4-FFF2-40B4-BE49-F238E27FC236}">
                <a16:creationId xmlns:a16="http://schemas.microsoft.com/office/drawing/2014/main" id="{25CED03A-4B0D-C119-6AFD-5D3BE94F98BC}"/>
              </a:ext>
            </a:extLst>
          </p:cNvPr>
          <p:cNvPicPr>
            <a:picLocks noChangeAspect="1"/>
          </p:cNvPicPr>
          <p:nvPr/>
        </p:nvPicPr>
        <p:blipFill rotWithShape="1">
          <a:blip r:embed="rId3"/>
          <a:srcRect l="-4231" t="-2998" r="-4122" b="-3518"/>
          <a:stretch>
            <a:fillRect/>
          </a:stretch>
        </p:blipFill>
        <p:spPr bwMode="auto">
          <a:xfrm>
            <a:off x="856048" y="6825522"/>
            <a:ext cx="12318095" cy="1963136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 name="Picture 27" descr="A graph of different colored bars&#10;&#10;AI-generated content may be incorrect.">
            <a:extLst>
              <a:ext uri="{FF2B5EF4-FFF2-40B4-BE49-F238E27FC236}">
                <a16:creationId xmlns:a16="http://schemas.microsoft.com/office/drawing/2014/main" id="{55BA8290-FEEF-40C6-DAC8-2E0504B1B3A2}"/>
              </a:ext>
            </a:extLst>
          </p:cNvPr>
          <p:cNvPicPr>
            <a:picLocks noChangeAspect="1"/>
          </p:cNvPicPr>
          <p:nvPr/>
        </p:nvPicPr>
        <p:blipFill>
          <a:blip r:embed="rId4"/>
          <a:stretch>
            <a:fillRect/>
          </a:stretch>
        </p:blipFill>
        <p:spPr>
          <a:xfrm>
            <a:off x="13315820" y="6975067"/>
            <a:ext cx="14410552" cy="9542123"/>
          </a:xfrm>
          <a:prstGeom prst="rect">
            <a:avLst/>
          </a:prstGeom>
        </p:spPr>
      </p:pic>
      <p:pic>
        <p:nvPicPr>
          <p:cNvPr id="6" name="Picture 5">
            <a:extLst>
              <a:ext uri="{FF2B5EF4-FFF2-40B4-BE49-F238E27FC236}">
                <a16:creationId xmlns:a16="http://schemas.microsoft.com/office/drawing/2014/main" id="{B382F9E2-B039-39C6-B773-BAEBA5C60497}"/>
              </a:ext>
            </a:extLst>
          </p:cNvPr>
          <p:cNvPicPr>
            <a:picLocks noChangeAspect="1"/>
          </p:cNvPicPr>
          <p:nvPr/>
        </p:nvPicPr>
        <p:blipFill>
          <a:blip r:embed="rId5"/>
          <a:srcRect b="5242"/>
          <a:stretch>
            <a:fillRect/>
          </a:stretch>
        </p:blipFill>
        <p:spPr>
          <a:xfrm>
            <a:off x="13604419" y="18042278"/>
            <a:ext cx="15210610" cy="8780122"/>
          </a:xfrm>
          <a:prstGeom prst="rect">
            <a:avLst/>
          </a:prstGeom>
        </p:spPr>
      </p:pic>
    </p:spTree>
    <p:extLst>
      <p:ext uri="{BB962C8B-B14F-4D97-AF65-F5344CB8AC3E}">
        <p14:creationId xmlns:p14="http://schemas.microsoft.com/office/powerpoint/2010/main" val="13359965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1ADFE83415AEC498AB6EC5120ABBD1F" ma:contentTypeVersion="12" ma:contentTypeDescription="Create a new document." ma:contentTypeScope="" ma:versionID="f401614888c1aa6561a3f522abf0b40f">
  <xsd:schema xmlns:xsd="http://www.w3.org/2001/XMLSchema" xmlns:xs="http://www.w3.org/2001/XMLSchema" xmlns:p="http://schemas.microsoft.com/office/2006/metadata/properties" xmlns:ns2="a885e660-3154-479b-9d72-8fc522eb29fd" xmlns:ns3="19bebb09-77ff-4d7e-bbb3-0e6a0d0ddf26" targetNamespace="http://schemas.microsoft.com/office/2006/metadata/properties" ma:root="true" ma:fieldsID="df43b704c80aa8abd218882aa30725a9" ns2:_="" ns3:_="">
    <xsd:import namespace="a885e660-3154-479b-9d72-8fc522eb29fd"/>
    <xsd:import namespace="19bebb09-77ff-4d7e-bbb3-0e6a0d0ddf2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885e660-3154-479b-9d72-8fc522eb29f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7728a8d2-fce2-4ead-88e1-13feca96807a"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9bebb09-77ff-4d7e-bbb3-0e6a0d0ddf26"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1fd562ab-6fec-428b-a302-5f90242bb599}" ma:internalName="TaxCatchAll" ma:showField="CatchAllData" ma:web="19bebb09-77ff-4d7e-bbb3-0e6a0d0ddf2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a885e660-3154-479b-9d72-8fc522eb29fd">
      <Terms xmlns="http://schemas.microsoft.com/office/infopath/2007/PartnerControls"/>
    </lcf76f155ced4ddcb4097134ff3c332f>
    <TaxCatchAll xmlns="19bebb09-77ff-4d7e-bbb3-0e6a0d0ddf26"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EE002AA-E15D-44E5-B443-E741FE17ABC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885e660-3154-479b-9d72-8fc522eb29fd"/>
    <ds:schemaRef ds:uri="19bebb09-77ff-4d7e-bbb3-0e6a0d0ddf2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F1B4463-4FE4-4A76-88A1-DD3CF801C29B}">
  <ds:schemaRefs>
    <ds:schemaRef ds:uri="19bebb09-77ff-4d7e-bbb3-0e6a0d0ddf26"/>
    <ds:schemaRef ds:uri="a885e660-3154-479b-9d72-8fc522eb29fd"/>
    <ds:schemaRef ds:uri="http://schemas.microsoft.com/office/2006/documentManagement/types"/>
    <ds:schemaRef ds:uri="http://www.w3.org/XML/1998/namespace"/>
    <ds:schemaRef ds:uri="http://purl.org/dc/terms/"/>
    <ds:schemaRef ds:uri="http://schemas.microsoft.com/office/2006/metadata/properties"/>
    <ds:schemaRef ds:uri="http://purl.org/dc/dcmitype/"/>
    <ds:schemaRef ds:uri="http://schemas.microsoft.com/office/infopath/2007/PartnerControls"/>
    <ds:schemaRef ds:uri="http://schemas.openxmlformats.org/package/2006/metadata/core-properties"/>
    <ds:schemaRef ds:uri="http://purl.org/dc/elements/1.1/"/>
  </ds:schemaRefs>
</ds:datastoreItem>
</file>

<file path=customXml/itemProps3.xml><?xml version="1.0" encoding="utf-8"?>
<ds:datastoreItem xmlns:ds="http://schemas.openxmlformats.org/officeDocument/2006/customXml" ds:itemID="{1F14ADB9-9576-4241-B798-133832A2CCA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 2013 - 2022</Template>
  <TotalTime>637</TotalTime>
  <Words>281</Words>
  <Application>Microsoft Office PowerPoint</Application>
  <PresentationFormat>Custom</PresentationFormat>
  <Paragraphs>22</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Lato</vt:lpstr>
      <vt:lpstr>Wingdings</vt:lpstr>
      <vt:lpstr>Office Theme</vt:lpstr>
      <vt:lpstr>Breast Cancer Stage Classification with miRNA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Adlai Moss</dc:creator>
  <cp:lastModifiedBy>Anika Baro Villa</cp:lastModifiedBy>
  <cp:revision>26</cp:revision>
  <dcterms:created xsi:type="dcterms:W3CDTF">2021-11-24T20:51:02Z</dcterms:created>
  <dcterms:modified xsi:type="dcterms:W3CDTF">2025-11-04T01:15:51Z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0x01010061ADFE83415AEC498AB6EC5120ABBD1F</vt:lpwstr>
  </property>
  <property fmtid="{D5CDD505-2E9C-101B-9397-08002B2CF9AE}" pid="3" name="MediaServiceImageTags">
    <vt:lpwstr/>
  </property>
</Properties>
</file>