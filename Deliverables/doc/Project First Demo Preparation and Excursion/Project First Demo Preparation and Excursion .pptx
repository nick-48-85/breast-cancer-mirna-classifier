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501" r:id="rId4"/>
  </p:sldMasterIdLst>
  <p:notesMasterIdLst>
    <p:notesMasterId r:id="rId11"/>
  </p:notesMasterIdLst>
  <p:sldIdLst>
    <p:sldId id="374" r:id="rId5"/>
    <p:sldId id="375" r:id="rId6"/>
    <p:sldId id="376" r:id="rId7"/>
    <p:sldId id="377" r:id="rId8"/>
    <p:sldId id="378" r:id="rId9"/>
    <p:sldId id="37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C1EF"/>
    <a:srgbClr val="093C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0AD320-FC88-40FD-A9D4-9F0909D5BAF2}" v="6" dt="2025-10-14T23:22:31.3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87"/>
  </p:normalViewPr>
  <p:slideViewPr>
    <p:cSldViewPr snapToGrid="0">
      <p:cViewPr varScale="1">
        <p:scale>
          <a:sx n="115" d="100"/>
          <a:sy n="115" d="100"/>
        </p:scale>
        <p:origin x="12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hon Parker" userId="S::bparker2012@fau.edu::ae4de249-130d-4818-9c9d-70c46a372f47" providerId="AD" clId="Web-{484907DB-101E-3788-4DC3-FF95792AFD01}"/>
    <pc:docChg chg="addSld modSld">
      <pc:chgData name="Brehon Parker" userId="S::bparker2012@fau.edu::ae4de249-130d-4818-9c9d-70c46a372f47" providerId="AD" clId="Web-{484907DB-101E-3788-4DC3-FF95792AFD01}" dt="2025-10-03T02:50:40.771" v="76" actId="20577"/>
      <pc:docMkLst>
        <pc:docMk/>
      </pc:docMkLst>
      <pc:sldChg chg="addSp delSp modSp addAnim delAnim modAnim">
        <pc:chgData name="Brehon Parker" userId="S::bparker2012@fau.edu::ae4de249-130d-4818-9c9d-70c46a372f47" providerId="AD" clId="Web-{484907DB-101E-3788-4DC3-FF95792AFD01}" dt="2025-10-03T02:50:40.771" v="76" actId="20577"/>
        <pc:sldMkLst>
          <pc:docMk/>
          <pc:sldMk cId="1202535367" sldId="369"/>
        </pc:sldMkLst>
      </pc:sldChg>
      <pc:sldChg chg="addSp modSp new addAnim delAnim">
        <pc:chgData name="Brehon Parker" userId="S::bparker2012@fau.edu::ae4de249-130d-4818-9c9d-70c46a372f47" providerId="AD" clId="Web-{484907DB-101E-3788-4DC3-FF95792AFD01}" dt="2025-10-03T02:42:29.332" v="32" actId="14100"/>
        <pc:sldMkLst>
          <pc:docMk/>
          <pc:sldMk cId="1318108977" sldId="370"/>
        </pc:sldMkLst>
      </pc:sldChg>
    </pc:docChg>
  </pc:docChgLst>
  <pc:docChgLst>
    <pc:chgData name="Brehon Parker" userId="S::bparker2012@fau.edu::ae4de249-130d-4818-9c9d-70c46a372f47" providerId="AD" clId="Web-{74160B39-674C-75B9-D217-447591E8DB40}"/>
    <pc:docChg chg="modSld">
      <pc:chgData name="Brehon Parker" userId="S::bparker2012@fau.edu::ae4de249-130d-4818-9c9d-70c46a372f47" providerId="AD" clId="Web-{74160B39-674C-75B9-D217-447591E8DB40}" dt="2025-10-03T00:23:18.975" v="102" actId="20577"/>
      <pc:docMkLst>
        <pc:docMk/>
      </pc:docMkLst>
      <pc:sldChg chg="modSp">
        <pc:chgData name="Brehon Parker" userId="S::bparker2012@fau.edu::ae4de249-130d-4818-9c9d-70c46a372f47" providerId="AD" clId="Web-{74160B39-674C-75B9-D217-447591E8DB40}" dt="2025-10-03T00:23:18.975" v="102" actId="20577"/>
        <pc:sldMkLst>
          <pc:docMk/>
          <pc:sldMk cId="1202535367" sldId="369"/>
        </pc:sldMkLst>
      </pc:sldChg>
    </pc:docChg>
  </pc:docChgLst>
  <pc:docChgLst>
    <pc:chgData name="Nicholas Campos" userId="26de1bdd-e246-434d-b646-85b5710b8486" providerId="ADAL" clId="{2E4ABE4D-DEDF-433D-90EB-8556825FECA3}"/>
    <pc:docChg chg="undo redo custSel addSld modSld">
      <pc:chgData name="Nicholas Campos" userId="26de1bdd-e246-434d-b646-85b5710b8486" providerId="ADAL" clId="{2E4ABE4D-DEDF-433D-90EB-8556825FECA3}" dt="2025-10-14T23:22:31.368" v="579"/>
      <pc:docMkLst>
        <pc:docMk/>
      </pc:docMkLst>
      <pc:sldChg chg="addSp delSp modSp new mod">
        <pc:chgData name="Nicholas Campos" userId="26de1bdd-e246-434d-b646-85b5710b8486" providerId="ADAL" clId="{2E4ABE4D-DEDF-433D-90EB-8556825FECA3}" dt="2025-10-02T17:04:53.650" v="577" actId="14100"/>
        <pc:sldMkLst>
          <pc:docMk/>
          <pc:sldMk cId="3192835337" sldId="366"/>
        </pc:sldMkLst>
      </pc:sldChg>
      <pc:sldChg chg="modSp mod">
        <pc:chgData name="Nicholas Campos" userId="26de1bdd-e246-434d-b646-85b5710b8486" providerId="ADAL" clId="{2E4ABE4D-DEDF-433D-90EB-8556825FECA3}" dt="2025-10-14T23:22:31.368" v="579"/>
        <pc:sldMkLst>
          <pc:docMk/>
          <pc:sldMk cId="3292347702" sldId="375"/>
        </pc:sldMkLst>
        <pc:spChg chg="mod">
          <ac:chgData name="Nicholas Campos" userId="26de1bdd-e246-434d-b646-85b5710b8486" providerId="ADAL" clId="{2E4ABE4D-DEDF-433D-90EB-8556825FECA3}" dt="2025-10-14T23:22:31.368" v="579"/>
          <ac:spMkLst>
            <pc:docMk/>
            <pc:sldMk cId="3292347702" sldId="375"/>
            <ac:spMk id="14" creationId="{503EB49C-7611-60D9-DAD2-11AF11D6C53D}"/>
          </ac:spMkLst>
        </pc:spChg>
      </pc:sldChg>
    </pc:docChg>
  </pc:docChgLst>
  <pc:docChgLst>
    <pc:chgData name="Brehon Parker" userId="S::bparker2012@fau.edu::ae4de249-130d-4818-9c9d-70c46a372f47" providerId="AD" clId="Web-{48F72265-59ED-24A1-5E61-1990042CC546}"/>
    <pc:docChg chg="addSld delSld modSld">
      <pc:chgData name="Brehon Parker" userId="S::bparker2012@fau.edu::ae4de249-130d-4818-9c9d-70c46a372f47" providerId="AD" clId="Web-{48F72265-59ED-24A1-5E61-1990042CC546}" dt="2025-10-03T02:30:00.824" v="34" actId="14100"/>
      <pc:docMkLst>
        <pc:docMk/>
      </pc:docMkLst>
      <pc:sldChg chg="add del replId">
        <pc:chgData name="Brehon Parker" userId="S::bparker2012@fau.edu::ae4de249-130d-4818-9c9d-70c46a372f47" providerId="AD" clId="Web-{48F72265-59ED-24A1-5E61-1990042CC546}" dt="2025-10-03T00:01:37.263" v="15"/>
        <pc:sldMkLst>
          <pc:docMk/>
          <pc:sldMk cId="1595146977" sldId="368"/>
        </pc:sldMkLst>
      </pc:sldChg>
      <pc:sldChg chg="addSp delSp modSp new del">
        <pc:chgData name="Brehon Parker" userId="S::bparker2012@fau.edu::ae4de249-130d-4818-9c9d-70c46a372f47" providerId="AD" clId="Web-{48F72265-59ED-24A1-5E61-1990042CC546}" dt="2025-10-03T00:01:18.293" v="12"/>
        <pc:sldMkLst>
          <pc:docMk/>
          <pc:sldMk cId="3342286706" sldId="368"/>
        </pc:sldMkLst>
      </pc:sldChg>
      <pc:sldChg chg="delSp modSp add replId">
        <pc:chgData name="Brehon Parker" userId="S::bparker2012@fau.edu::ae4de249-130d-4818-9c9d-70c46a372f47" providerId="AD" clId="Web-{48F72265-59ED-24A1-5E61-1990042CC546}" dt="2025-10-03T02:30:00.824" v="34" actId="14100"/>
        <pc:sldMkLst>
          <pc:docMk/>
          <pc:sldMk cId="1202535367" sldId="369"/>
        </pc:sldMkLst>
      </pc:sldChg>
    </pc:docChg>
  </pc:docChgLst>
  <pc:docChgLst>
    <pc:chgData name="Brehon Parker" userId="S::bparker2012@fau.edu::ae4de249-130d-4818-9c9d-70c46a372f47" providerId="AD" clId="Web-{57EE62D8-B3EF-AC8F-55A4-F03CB1666EB4}"/>
    <pc:docChg chg="modSld">
      <pc:chgData name="Brehon Parker" userId="S::bparker2012@fau.edu::ae4de249-130d-4818-9c9d-70c46a372f47" providerId="AD" clId="Web-{57EE62D8-B3EF-AC8F-55A4-F03CB1666EB4}" dt="2025-10-04T01:35:46.150" v="120" actId="1076"/>
      <pc:docMkLst>
        <pc:docMk/>
      </pc:docMkLst>
      <pc:sldChg chg="addSp delSp modSp">
        <pc:chgData name="Brehon Parker" userId="S::bparker2012@fau.edu::ae4de249-130d-4818-9c9d-70c46a372f47" providerId="AD" clId="Web-{57EE62D8-B3EF-AC8F-55A4-F03CB1666EB4}" dt="2025-10-04T01:35:46.150" v="120" actId="1076"/>
        <pc:sldMkLst>
          <pc:docMk/>
          <pc:sldMk cId="1202535367" sldId="369"/>
        </pc:sldMkLst>
      </pc:sldChg>
      <pc:sldChg chg="addSp delSp modSp addAnim delAnim modAnim">
        <pc:chgData name="Brehon Parker" userId="S::bparker2012@fau.edu::ae4de249-130d-4818-9c9d-70c46a372f47" providerId="AD" clId="Web-{57EE62D8-B3EF-AC8F-55A4-F03CB1666EB4}" dt="2025-10-04T01:29:10.887" v="89" actId="1076"/>
        <pc:sldMkLst>
          <pc:docMk/>
          <pc:sldMk cId="1318108977" sldId="370"/>
        </pc:sldMkLst>
      </pc:sldChg>
    </pc:docChg>
  </pc:docChgLst>
  <pc:docChgLst>
    <pc:chgData name="Joshua Adegboyo" userId="2e5b4730-a13d-4db8-a3d8-7908311e4eff" providerId="ADAL" clId="{3D6C1E9A-A2CA-5093-93C5-ACBA3B8500BF}"/>
    <pc:docChg chg="undo custSel addSld delSld modSld modMainMaster">
      <pc:chgData name="Joshua Adegboyo" userId="2e5b4730-a13d-4db8-a3d8-7908311e4eff" providerId="ADAL" clId="{3D6C1E9A-A2CA-5093-93C5-ACBA3B8500BF}" dt="2025-10-04T15:31:53.520" v="234" actId="2696"/>
      <pc:docMkLst>
        <pc:docMk/>
      </pc:docMkLst>
      <pc:sldChg chg="modSp">
        <pc:chgData name="Joshua Adegboyo" userId="2e5b4730-a13d-4db8-a3d8-7908311e4eff" providerId="ADAL" clId="{3D6C1E9A-A2CA-5093-93C5-ACBA3B8500BF}" dt="2025-10-04T03:12:42.982" v="222" actId="16037"/>
        <pc:sldMkLst>
          <pc:docMk/>
          <pc:sldMk cId="3192835337" sldId="366"/>
        </pc:sldMkLst>
      </pc:sldChg>
      <pc:sldChg chg="del">
        <pc:chgData name="Joshua Adegboyo" userId="2e5b4730-a13d-4db8-a3d8-7908311e4eff" providerId="ADAL" clId="{3D6C1E9A-A2CA-5093-93C5-ACBA3B8500BF}" dt="2025-10-04T02:16:06.143" v="0" actId="2696"/>
        <pc:sldMkLst>
          <pc:docMk/>
          <pc:sldMk cId="1857311634" sldId="371"/>
        </pc:sldMkLst>
      </pc:sldChg>
      <pc:sldChg chg="addSp delSp modSp new add del mod setBg modClrScheme setClrOvrMap chgLayout">
        <pc:chgData name="Joshua Adegboyo" userId="2e5b4730-a13d-4db8-a3d8-7908311e4eff" providerId="ADAL" clId="{3D6C1E9A-A2CA-5093-93C5-ACBA3B8500BF}" dt="2025-10-04T15:31:53.520" v="234" actId="2696"/>
        <pc:sldMkLst>
          <pc:docMk/>
          <pc:sldMk cId="3148767719" sldId="371"/>
        </pc:sldMkLst>
      </pc:sldChg>
      <pc:sldMasterChg chg="setBg">
        <pc:chgData name="Joshua Adegboyo" userId="2e5b4730-a13d-4db8-a3d8-7908311e4eff" providerId="ADAL" clId="{3D6C1E9A-A2CA-5093-93C5-ACBA3B8500BF}" dt="2025-10-04T03:06:56.410" v="194"/>
        <pc:sldMasterMkLst>
          <pc:docMk/>
          <pc:sldMasterMk cId="530551897" sldId="2147483757"/>
        </pc:sldMasterMkLst>
      </pc:sldMasterChg>
    </pc:docChg>
  </pc:docChgLst>
  <pc:docChgLst>
    <pc:chgData name="Brehon Parker" userId="S::bparker2012@fau.edu::ae4de249-130d-4818-9c9d-70c46a372f47" providerId="AD" clId="Web-{CF524E9A-7BD6-CEDF-CF54-060A4ABC35C3}"/>
    <pc:docChg chg="modSld">
      <pc:chgData name="Brehon Parker" userId="S::bparker2012@fau.edu::ae4de249-130d-4818-9c9d-70c46a372f47" providerId="AD" clId="Web-{CF524E9A-7BD6-CEDF-CF54-060A4ABC35C3}" dt="2025-10-03T02:24:19.538" v="70" actId="14100"/>
      <pc:docMkLst>
        <pc:docMk/>
      </pc:docMkLst>
      <pc:sldChg chg="addSp delSp modSp">
        <pc:chgData name="Brehon Parker" userId="S::bparker2012@fau.edu::ae4de249-130d-4818-9c9d-70c46a372f47" providerId="AD" clId="Web-{CF524E9A-7BD6-CEDF-CF54-060A4ABC35C3}" dt="2025-10-03T02:24:19.538" v="70" actId="14100"/>
        <pc:sldMkLst>
          <pc:docMk/>
          <pc:sldMk cId="1202535367" sldId="369"/>
        </pc:sldMkLst>
      </pc:sldChg>
    </pc:docChg>
  </pc:docChgLst>
  <pc:docChgLst>
    <pc:chgData name="Anika Baro Villa" userId="67a94cae-1fc9-4df6-b5ef-a625656e99ed" providerId="ADAL" clId="{220EC3BC-A61D-4C2A-9580-0D396A49A061}"/>
    <pc:docChg chg="undo redo custSel addSld delSld modSld sldOrd">
      <pc:chgData name="Anika Baro Villa" userId="67a94cae-1fc9-4df6-b5ef-a625656e99ed" providerId="ADAL" clId="{220EC3BC-A61D-4C2A-9580-0D396A49A061}" dt="2025-10-11T19:27:46.281" v="1097" actId="20577"/>
      <pc:docMkLst>
        <pc:docMk/>
      </pc:docMkLst>
      <pc:sldChg chg="modSp del mod">
        <pc:chgData name="Anika Baro Villa" userId="67a94cae-1fc9-4df6-b5ef-a625656e99ed" providerId="ADAL" clId="{220EC3BC-A61D-4C2A-9580-0D396A49A061}" dt="2025-10-10T18:05:49.227" v="1052" actId="47"/>
        <pc:sldMkLst>
          <pc:docMk/>
          <pc:sldMk cId="598334414" sldId="362"/>
        </pc:sldMkLst>
      </pc:sldChg>
      <pc:sldChg chg="modSp del mod ord">
        <pc:chgData name="Anika Baro Villa" userId="67a94cae-1fc9-4df6-b5ef-a625656e99ed" providerId="ADAL" clId="{220EC3BC-A61D-4C2A-9580-0D396A49A061}" dt="2025-10-10T18:05:50.900" v="1053" actId="47"/>
        <pc:sldMkLst>
          <pc:docMk/>
          <pc:sldMk cId="3192835337" sldId="366"/>
        </pc:sldMkLst>
      </pc:sldChg>
      <pc:sldChg chg="modSp add del mod">
        <pc:chgData name="Anika Baro Villa" userId="67a94cae-1fc9-4df6-b5ef-a625656e99ed" providerId="ADAL" clId="{220EC3BC-A61D-4C2A-9580-0D396A49A061}" dt="2025-10-10T18:05:53.034" v="1054" actId="47"/>
        <pc:sldMkLst>
          <pc:docMk/>
          <pc:sldMk cId="2281759685" sldId="367"/>
        </pc:sldMkLst>
      </pc:sldChg>
      <pc:sldChg chg="addSp delSp modSp del mod">
        <pc:chgData name="Anika Baro Villa" userId="67a94cae-1fc9-4df6-b5ef-a625656e99ed" providerId="ADAL" clId="{220EC3BC-A61D-4C2A-9580-0D396A49A061}" dt="2025-10-10T18:05:54.056" v="1055" actId="47"/>
        <pc:sldMkLst>
          <pc:docMk/>
          <pc:sldMk cId="1202535367" sldId="369"/>
        </pc:sldMkLst>
      </pc:sldChg>
      <pc:sldChg chg="modSp mod">
        <pc:chgData name="Anika Baro Villa" userId="67a94cae-1fc9-4df6-b5ef-a625656e99ed" providerId="ADAL" clId="{220EC3BC-A61D-4C2A-9580-0D396A49A061}" dt="2025-10-04T04:37:50.758" v="670" actId="1076"/>
        <pc:sldMkLst>
          <pc:docMk/>
          <pc:sldMk cId="1318108977" sldId="370"/>
        </pc:sldMkLst>
      </pc:sldChg>
      <pc:sldChg chg="addSp delSp modSp mod setBg delDesignElem">
        <pc:chgData name="Anika Baro Villa" userId="67a94cae-1fc9-4df6-b5ef-a625656e99ed" providerId="ADAL" clId="{220EC3BC-A61D-4C2A-9580-0D396A49A061}" dt="2025-10-04T04:15:02.941" v="410"/>
        <pc:sldMkLst>
          <pc:docMk/>
          <pc:sldMk cId="3148767719" sldId="371"/>
        </pc:sldMkLst>
      </pc:sldChg>
      <pc:sldChg chg="modSp add del mod">
        <pc:chgData name="Anika Baro Villa" userId="67a94cae-1fc9-4df6-b5ef-a625656e99ed" providerId="ADAL" clId="{220EC3BC-A61D-4C2A-9580-0D396A49A061}" dt="2025-10-04T04:28:49.334" v="611" actId="47"/>
        <pc:sldMkLst>
          <pc:docMk/>
          <pc:sldMk cId="798028104" sldId="372"/>
        </pc:sldMkLst>
      </pc:sldChg>
      <pc:sldChg chg="modSp add del mod">
        <pc:chgData name="Anika Baro Villa" userId="67a94cae-1fc9-4df6-b5ef-a625656e99ed" providerId="ADAL" clId="{220EC3BC-A61D-4C2A-9580-0D396A49A061}" dt="2025-10-04T04:23:20.711" v="494" actId="47"/>
        <pc:sldMkLst>
          <pc:docMk/>
          <pc:sldMk cId="2441555728" sldId="372"/>
        </pc:sldMkLst>
      </pc:sldChg>
      <pc:sldChg chg="modSp add del mod ord">
        <pc:chgData name="Anika Baro Villa" userId="67a94cae-1fc9-4df6-b5ef-a625656e99ed" providerId="ADAL" clId="{220EC3BC-A61D-4C2A-9580-0D396A49A061}" dt="2025-10-10T18:05:55.553" v="1056" actId="47"/>
        <pc:sldMkLst>
          <pc:docMk/>
          <pc:sldMk cId="3827829455" sldId="373"/>
        </pc:sldMkLst>
      </pc:sldChg>
      <pc:sldChg chg="add">
        <pc:chgData name="Anika Baro Villa" userId="67a94cae-1fc9-4df6-b5ef-a625656e99ed" providerId="ADAL" clId="{220EC3BC-A61D-4C2A-9580-0D396A49A061}" dt="2025-10-10T18:05:45.587" v="1051"/>
        <pc:sldMkLst>
          <pc:docMk/>
          <pc:sldMk cId="439216166" sldId="374"/>
        </pc:sldMkLst>
      </pc:sldChg>
      <pc:sldChg chg="add">
        <pc:chgData name="Anika Baro Villa" userId="67a94cae-1fc9-4df6-b5ef-a625656e99ed" providerId="ADAL" clId="{220EC3BC-A61D-4C2A-9580-0D396A49A061}" dt="2025-10-10T18:05:45.587" v="1051"/>
        <pc:sldMkLst>
          <pc:docMk/>
          <pc:sldMk cId="3292347702" sldId="375"/>
        </pc:sldMkLst>
      </pc:sldChg>
      <pc:sldChg chg="add">
        <pc:chgData name="Anika Baro Villa" userId="67a94cae-1fc9-4df6-b5ef-a625656e99ed" providerId="ADAL" clId="{220EC3BC-A61D-4C2A-9580-0D396A49A061}" dt="2025-10-10T18:05:45.587" v="1051"/>
        <pc:sldMkLst>
          <pc:docMk/>
          <pc:sldMk cId="18515603" sldId="376"/>
        </pc:sldMkLst>
      </pc:sldChg>
      <pc:sldChg chg="add">
        <pc:chgData name="Anika Baro Villa" userId="67a94cae-1fc9-4df6-b5ef-a625656e99ed" providerId="ADAL" clId="{220EC3BC-A61D-4C2A-9580-0D396A49A061}" dt="2025-10-10T18:05:45.587" v="1051"/>
        <pc:sldMkLst>
          <pc:docMk/>
          <pc:sldMk cId="1973416265" sldId="377"/>
        </pc:sldMkLst>
      </pc:sldChg>
      <pc:sldChg chg="modSp add del mod">
        <pc:chgData name="Anika Baro Villa" userId="67a94cae-1fc9-4df6-b5ef-a625656e99ed" providerId="ADAL" clId="{220EC3BC-A61D-4C2A-9580-0D396A49A061}" dt="2025-10-11T19:27:46.281" v="1097" actId="20577"/>
        <pc:sldMkLst>
          <pc:docMk/>
          <pc:sldMk cId="415076559" sldId="378"/>
        </pc:sldMkLst>
        <pc:spChg chg="mod">
          <ac:chgData name="Anika Baro Villa" userId="67a94cae-1fc9-4df6-b5ef-a625656e99ed" providerId="ADAL" clId="{220EC3BC-A61D-4C2A-9580-0D396A49A061}" dt="2025-10-10T18:17:41.386" v="1074" actId="404"/>
          <ac:spMkLst>
            <pc:docMk/>
            <pc:sldMk cId="415076559" sldId="378"/>
            <ac:spMk id="2" creationId="{A18B8A38-5C07-7F5E-F487-49940F0A5D3A}"/>
          </ac:spMkLst>
        </pc:spChg>
        <pc:graphicFrameChg chg="mod modGraphic">
          <ac:chgData name="Anika Baro Villa" userId="67a94cae-1fc9-4df6-b5ef-a625656e99ed" providerId="ADAL" clId="{220EC3BC-A61D-4C2A-9580-0D396A49A061}" dt="2025-10-11T19:27:46.281" v="1097" actId="20577"/>
          <ac:graphicFrameMkLst>
            <pc:docMk/>
            <pc:sldMk cId="415076559" sldId="378"/>
            <ac:graphicFrameMk id="3" creationId="{13411929-FFCC-77AC-1EFB-3B212B057E25}"/>
          </ac:graphicFrameMkLst>
        </pc:graphicFrameChg>
      </pc:sldChg>
      <pc:sldChg chg="add">
        <pc:chgData name="Anika Baro Villa" userId="67a94cae-1fc9-4df6-b5ef-a625656e99ed" providerId="ADAL" clId="{220EC3BC-A61D-4C2A-9580-0D396A49A061}" dt="2025-10-10T18:05:45.587" v="1051"/>
        <pc:sldMkLst>
          <pc:docMk/>
          <pc:sldMk cId="397452264" sldId="379"/>
        </pc:sldMkLst>
      </pc:sldChg>
      <pc:sldChg chg="modSp add del mod">
        <pc:chgData name="Anika Baro Villa" userId="67a94cae-1fc9-4df6-b5ef-a625656e99ed" providerId="ADAL" clId="{220EC3BC-A61D-4C2A-9580-0D396A49A061}" dt="2025-10-11T19:18:54.455" v="1093" actId="47"/>
        <pc:sldMkLst>
          <pc:docMk/>
          <pc:sldMk cId="1565017173" sldId="380"/>
        </pc:sldMkLst>
      </pc:sldChg>
    </pc:docChg>
  </pc:docChgLst>
  <pc:docChgLst>
    <pc:chgData name="Brehon Parker" userId="S::bparker2012@fau.edu::ae4de249-130d-4818-9c9d-70c46a372f47" providerId="AD" clId="Web-{15A7A6EB-7A2D-09C6-40E0-F48E4855B5ED}"/>
    <pc:docChg chg="modSld">
      <pc:chgData name="Brehon Parker" userId="S::bparker2012@fau.edu::ae4de249-130d-4818-9c9d-70c46a372f47" providerId="AD" clId="Web-{15A7A6EB-7A2D-09C6-40E0-F48E4855B5ED}" dt="2025-10-03T16:53:23.075" v="17" actId="1076"/>
      <pc:docMkLst>
        <pc:docMk/>
      </pc:docMkLst>
      <pc:sldChg chg="addSp delSp modSp">
        <pc:chgData name="Brehon Parker" userId="S::bparker2012@fau.edu::ae4de249-130d-4818-9c9d-70c46a372f47" providerId="AD" clId="Web-{15A7A6EB-7A2D-09C6-40E0-F48E4855B5ED}" dt="2025-10-03T16:53:23.075" v="17" actId="1076"/>
        <pc:sldMkLst>
          <pc:docMk/>
          <pc:sldMk cId="1202535367" sldId="369"/>
        </pc:sldMkLst>
      </pc:sldChg>
    </pc:docChg>
  </pc:docChgLst>
  <pc:docChgLst>
    <pc:chgData name="Brehon Parker" userId="S::bparker2012@fau.edu::ae4de249-130d-4818-9c9d-70c46a372f47" providerId="AD" clId="Web-{6282756E-8A3E-8DBF-99F7-9C46580FA150}"/>
    <pc:docChg chg="delSld">
      <pc:chgData name="Brehon Parker" userId="S::bparker2012@fau.edu::ae4de249-130d-4818-9c9d-70c46a372f47" providerId="AD" clId="Web-{6282756E-8A3E-8DBF-99F7-9C46580FA150}" dt="2025-10-04T05:04:47.332" v="0"/>
      <pc:docMkLst>
        <pc:docMk/>
      </pc:docMkLst>
      <pc:sldChg chg="del">
        <pc:chgData name="Brehon Parker" userId="S::bparker2012@fau.edu::ae4de249-130d-4818-9c9d-70c46a372f47" providerId="AD" clId="Web-{6282756E-8A3E-8DBF-99F7-9C46580FA150}" dt="2025-10-04T05:04:47.332" v="0"/>
        <pc:sldMkLst>
          <pc:docMk/>
          <pc:sldMk cId="1318108977" sldId="370"/>
        </pc:sldMkLst>
      </pc:sldChg>
    </pc:docChg>
  </pc:docChgLst>
  <pc:docChgLst>
    <pc:chgData name="Joshua Adegboyo" userId="S::jadegboyo2023@fau.edu::2e5b4730-a13d-4db8-a3d8-7908311e4eff" providerId="AD" clId="Web-{872B31DB-4497-7180-69E4-536CC907713D}"/>
    <pc:docChg chg="addSld">
      <pc:chgData name="Joshua Adegboyo" userId="S::jadegboyo2023@fau.edu::2e5b4730-a13d-4db8-a3d8-7908311e4eff" providerId="AD" clId="Web-{872B31DB-4497-7180-69E4-536CC907713D}" dt="2025-10-04T02:15:39.950" v="0"/>
      <pc:docMkLst>
        <pc:docMk/>
      </pc:docMkLst>
      <pc:sldChg chg="new">
        <pc:chgData name="Joshua Adegboyo" userId="S::jadegboyo2023@fau.edu::2e5b4730-a13d-4db8-a3d8-7908311e4eff" providerId="AD" clId="Web-{872B31DB-4497-7180-69E4-536CC907713D}" dt="2025-10-04T02:15:39.950" v="0"/>
        <pc:sldMkLst>
          <pc:docMk/>
          <pc:sldMk cId="1857311634" sldId="371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3AC4E6-1B8A-44F6-842F-F198DFDE1C80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039AEE2-338A-4DD1-AC4A-FCF16F396BC7}">
      <dgm:prSet phldrT="[Text]" phldr="0" custT="1"/>
      <dgm:spPr>
        <a:solidFill>
          <a:schemeClr val="accent1"/>
        </a:solidFill>
      </dgm:spPr>
      <dgm:t>
        <a:bodyPr/>
        <a:lstStyle/>
        <a:p>
          <a:r>
            <a:rPr lang="en-US" sz="1200" b="1"/>
            <a:t>Traditional Methods</a:t>
          </a:r>
        </a:p>
        <a:p>
          <a:r>
            <a:rPr lang="en-US" sz="900"/>
            <a:t>SFS, VT, Chi2, LASSO</a:t>
          </a:r>
        </a:p>
      </dgm:t>
    </dgm:pt>
    <dgm:pt modelId="{999DD148-A8C8-48BE-AECF-D37E12B3A6AA}" type="parTrans" cxnId="{9FC9428D-F285-49E3-9A0C-034DFF3711FC}">
      <dgm:prSet/>
      <dgm:spPr/>
      <dgm:t>
        <a:bodyPr/>
        <a:lstStyle/>
        <a:p>
          <a:endParaRPr lang="en-US"/>
        </a:p>
      </dgm:t>
    </dgm:pt>
    <dgm:pt modelId="{7FEAC455-6709-4542-89EE-EC6F7F569320}" type="sibTrans" cxnId="{9FC9428D-F285-49E3-9A0C-034DFF3711FC}">
      <dgm:prSet/>
      <dgm:spPr/>
      <dgm:t>
        <a:bodyPr/>
        <a:lstStyle/>
        <a:p>
          <a:endParaRPr lang="en-US"/>
        </a:p>
      </dgm:t>
    </dgm:pt>
    <dgm:pt modelId="{2685B071-7EC5-47A4-9F11-F7FF66B15CA1}">
      <dgm:prSet phldrT="[Text]" phldr="0" custT="1"/>
      <dgm:spPr>
        <a:solidFill>
          <a:schemeClr val="accent1"/>
        </a:solidFill>
      </dgm:spPr>
      <dgm:t>
        <a:bodyPr/>
        <a:lstStyle/>
        <a:p>
          <a:r>
            <a:rPr lang="en-US" sz="1200" b="1"/>
            <a:t>Deep Learning</a:t>
          </a:r>
        </a:p>
        <a:p>
          <a:r>
            <a:rPr lang="en-US" sz="900"/>
            <a:t>FNN, DAE, 1D-CNN, LSTM-Seq</a:t>
          </a:r>
        </a:p>
      </dgm:t>
    </dgm:pt>
    <dgm:pt modelId="{C0CF9E49-E145-4D24-80C9-56AA93863E33}" type="parTrans" cxnId="{745FBAC3-5686-40EC-AF4B-F66B40D58B3C}">
      <dgm:prSet/>
      <dgm:spPr/>
      <dgm:t>
        <a:bodyPr/>
        <a:lstStyle/>
        <a:p>
          <a:endParaRPr lang="en-US"/>
        </a:p>
      </dgm:t>
    </dgm:pt>
    <dgm:pt modelId="{C52D3BA9-BCB8-48A9-A266-5B1F4E88C5A9}" type="sibTrans" cxnId="{745FBAC3-5686-40EC-AF4B-F66B40D58B3C}">
      <dgm:prSet/>
      <dgm:spPr/>
      <dgm:t>
        <a:bodyPr/>
        <a:lstStyle/>
        <a:p>
          <a:endParaRPr lang="en-US"/>
        </a:p>
      </dgm:t>
    </dgm:pt>
    <dgm:pt modelId="{23315813-19C2-4163-9F52-ADFC23DA7735}">
      <dgm:prSet phldrT="[Text]" phldr="0" custT="1"/>
      <dgm:spPr>
        <a:solidFill>
          <a:schemeClr val="accent1"/>
        </a:solidFill>
      </dgm:spPr>
      <dgm:t>
        <a:bodyPr/>
        <a:lstStyle/>
        <a:p>
          <a:r>
            <a:rPr lang="en-US" sz="1200" b="1"/>
            <a:t>Clustering</a:t>
          </a:r>
        </a:p>
        <a:p>
          <a:r>
            <a:rPr lang="en-US" sz="900"/>
            <a:t>KM, SC, GMM, HC</a:t>
          </a:r>
        </a:p>
      </dgm:t>
    </dgm:pt>
    <dgm:pt modelId="{B0E2B9D5-7B75-45A2-BE1A-57B81BBAA9B7}" type="parTrans" cxnId="{09CFB6E0-03E9-41FC-A3B4-8613EC217BF2}">
      <dgm:prSet/>
      <dgm:spPr/>
      <dgm:t>
        <a:bodyPr/>
        <a:lstStyle/>
        <a:p>
          <a:endParaRPr lang="en-US"/>
        </a:p>
      </dgm:t>
    </dgm:pt>
    <dgm:pt modelId="{1F4C91D0-3873-45F3-A4B9-9F22311F319C}" type="sibTrans" cxnId="{09CFB6E0-03E9-41FC-A3B4-8613EC217BF2}">
      <dgm:prSet/>
      <dgm:spPr/>
      <dgm:t>
        <a:bodyPr/>
        <a:lstStyle/>
        <a:p>
          <a:endParaRPr lang="en-US"/>
        </a:p>
      </dgm:t>
    </dgm:pt>
    <dgm:pt modelId="{DCD23E70-33E7-4AC6-BF4E-73DCB6E96B12}">
      <dgm:prSet phldrT="[Text]" phldr="0" custT="1"/>
      <dgm:spPr>
        <a:solidFill>
          <a:schemeClr val="accent1"/>
        </a:solidFill>
      </dgm:spPr>
      <dgm:t>
        <a:bodyPr/>
        <a:lstStyle/>
        <a:p>
          <a:r>
            <a:rPr lang="en-US" sz="1200" b="1"/>
            <a:t>Classifiers</a:t>
          </a:r>
        </a:p>
        <a:p>
          <a:r>
            <a:rPr lang="en-US" sz="900"/>
            <a:t>KNN, Random Forest, LR, SVM</a:t>
          </a:r>
        </a:p>
      </dgm:t>
    </dgm:pt>
    <dgm:pt modelId="{E2C65E30-08D6-43E8-BDE9-8B763F33B1EE}" type="parTrans" cxnId="{2EA1A7E0-1BB3-421E-A88C-CC2AE716D862}">
      <dgm:prSet/>
      <dgm:spPr/>
      <dgm:t>
        <a:bodyPr/>
        <a:lstStyle/>
        <a:p>
          <a:endParaRPr lang="en-US"/>
        </a:p>
      </dgm:t>
    </dgm:pt>
    <dgm:pt modelId="{447F7C84-57CF-49E4-A3D6-067F75CA4FE8}" type="sibTrans" cxnId="{2EA1A7E0-1BB3-421E-A88C-CC2AE716D862}">
      <dgm:prSet/>
      <dgm:spPr/>
      <dgm:t>
        <a:bodyPr/>
        <a:lstStyle/>
        <a:p>
          <a:endParaRPr lang="en-US"/>
        </a:p>
      </dgm:t>
    </dgm:pt>
    <dgm:pt modelId="{89050F90-31F3-4D59-B9E6-20C529C5FA1E}" type="pres">
      <dgm:prSet presAssocID="{FD3AC4E6-1B8A-44F6-842F-F198DFDE1C80}" presName="diagram" presStyleCnt="0">
        <dgm:presLayoutVars>
          <dgm:dir/>
          <dgm:resizeHandles val="exact"/>
        </dgm:presLayoutVars>
      </dgm:prSet>
      <dgm:spPr/>
    </dgm:pt>
    <dgm:pt modelId="{25673C17-3951-4030-9AB5-6CE79BF26705}" type="pres">
      <dgm:prSet presAssocID="{1039AEE2-338A-4DD1-AC4A-FCF16F396BC7}" presName="node" presStyleLbl="node1" presStyleIdx="0" presStyleCnt="4">
        <dgm:presLayoutVars>
          <dgm:bulletEnabled val="1"/>
        </dgm:presLayoutVars>
      </dgm:prSet>
      <dgm:spPr/>
    </dgm:pt>
    <dgm:pt modelId="{042FDA24-ED1A-4A71-A840-FAA62D0A5142}" type="pres">
      <dgm:prSet presAssocID="{7FEAC455-6709-4542-89EE-EC6F7F569320}" presName="sibTrans" presStyleCnt="0"/>
      <dgm:spPr/>
    </dgm:pt>
    <dgm:pt modelId="{6ADC0756-711C-496A-9174-C24CC6E3D7E4}" type="pres">
      <dgm:prSet presAssocID="{2685B071-7EC5-47A4-9F11-F7FF66B15CA1}" presName="node" presStyleLbl="node1" presStyleIdx="1" presStyleCnt="4">
        <dgm:presLayoutVars>
          <dgm:bulletEnabled val="1"/>
        </dgm:presLayoutVars>
      </dgm:prSet>
      <dgm:spPr/>
    </dgm:pt>
    <dgm:pt modelId="{5768E287-D6D5-4B8D-997E-C8334DAAA270}" type="pres">
      <dgm:prSet presAssocID="{C52D3BA9-BCB8-48A9-A266-5B1F4E88C5A9}" presName="sibTrans" presStyleCnt="0"/>
      <dgm:spPr/>
    </dgm:pt>
    <dgm:pt modelId="{F8DA212A-BD49-4038-B613-D2E9C1E137A3}" type="pres">
      <dgm:prSet presAssocID="{23315813-19C2-4163-9F52-ADFC23DA7735}" presName="node" presStyleLbl="node1" presStyleIdx="2" presStyleCnt="4">
        <dgm:presLayoutVars>
          <dgm:bulletEnabled val="1"/>
        </dgm:presLayoutVars>
      </dgm:prSet>
      <dgm:spPr/>
    </dgm:pt>
    <dgm:pt modelId="{6AF0D03B-E365-49D7-9169-041B2FF0BD2D}" type="pres">
      <dgm:prSet presAssocID="{1F4C91D0-3873-45F3-A4B9-9F22311F319C}" presName="sibTrans" presStyleCnt="0"/>
      <dgm:spPr/>
    </dgm:pt>
    <dgm:pt modelId="{AD0B6DB5-F7BA-472F-8008-E34243574E14}" type="pres">
      <dgm:prSet presAssocID="{DCD23E70-33E7-4AC6-BF4E-73DCB6E96B12}" presName="node" presStyleLbl="node1" presStyleIdx="3" presStyleCnt="4">
        <dgm:presLayoutVars>
          <dgm:bulletEnabled val="1"/>
        </dgm:presLayoutVars>
      </dgm:prSet>
      <dgm:spPr/>
    </dgm:pt>
  </dgm:ptLst>
  <dgm:cxnLst>
    <dgm:cxn modelId="{13039304-B581-4AEA-BC7C-A3FDAB658EB2}" type="presOf" srcId="{1039AEE2-338A-4DD1-AC4A-FCF16F396BC7}" destId="{25673C17-3951-4030-9AB5-6CE79BF26705}" srcOrd="0" destOrd="0" presId="urn:microsoft.com/office/officeart/2005/8/layout/default"/>
    <dgm:cxn modelId="{9991671E-DE14-474B-AEE2-BF517E6D78AC}" type="presOf" srcId="{23315813-19C2-4163-9F52-ADFC23DA7735}" destId="{F8DA212A-BD49-4038-B613-D2E9C1E137A3}" srcOrd="0" destOrd="0" presId="urn:microsoft.com/office/officeart/2005/8/layout/default"/>
    <dgm:cxn modelId="{C611BA3A-2595-4FB5-A825-0740C96CA573}" type="presOf" srcId="{2685B071-7EC5-47A4-9F11-F7FF66B15CA1}" destId="{6ADC0756-711C-496A-9174-C24CC6E3D7E4}" srcOrd="0" destOrd="0" presId="urn:microsoft.com/office/officeart/2005/8/layout/default"/>
    <dgm:cxn modelId="{6BF5036C-48F4-4D4C-B12B-ED36F9E09504}" type="presOf" srcId="{DCD23E70-33E7-4AC6-BF4E-73DCB6E96B12}" destId="{AD0B6DB5-F7BA-472F-8008-E34243574E14}" srcOrd="0" destOrd="0" presId="urn:microsoft.com/office/officeart/2005/8/layout/default"/>
    <dgm:cxn modelId="{9FC9428D-F285-49E3-9A0C-034DFF3711FC}" srcId="{FD3AC4E6-1B8A-44F6-842F-F198DFDE1C80}" destId="{1039AEE2-338A-4DD1-AC4A-FCF16F396BC7}" srcOrd="0" destOrd="0" parTransId="{999DD148-A8C8-48BE-AECF-D37E12B3A6AA}" sibTransId="{7FEAC455-6709-4542-89EE-EC6F7F569320}"/>
    <dgm:cxn modelId="{745FBAC3-5686-40EC-AF4B-F66B40D58B3C}" srcId="{FD3AC4E6-1B8A-44F6-842F-F198DFDE1C80}" destId="{2685B071-7EC5-47A4-9F11-F7FF66B15CA1}" srcOrd="1" destOrd="0" parTransId="{C0CF9E49-E145-4D24-80C9-56AA93863E33}" sibTransId="{C52D3BA9-BCB8-48A9-A266-5B1F4E88C5A9}"/>
    <dgm:cxn modelId="{5E4432CC-3DC8-42BA-B223-DD5A0556F44E}" type="presOf" srcId="{FD3AC4E6-1B8A-44F6-842F-F198DFDE1C80}" destId="{89050F90-31F3-4D59-B9E6-20C529C5FA1E}" srcOrd="0" destOrd="0" presId="urn:microsoft.com/office/officeart/2005/8/layout/default"/>
    <dgm:cxn modelId="{2EA1A7E0-1BB3-421E-A88C-CC2AE716D862}" srcId="{FD3AC4E6-1B8A-44F6-842F-F198DFDE1C80}" destId="{DCD23E70-33E7-4AC6-BF4E-73DCB6E96B12}" srcOrd="3" destOrd="0" parTransId="{E2C65E30-08D6-43E8-BDE9-8B763F33B1EE}" sibTransId="{447F7C84-57CF-49E4-A3D6-067F75CA4FE8}"/>
    <dgm:cxn modelId="{09CFB6E0-03E9-41FC-A3B4-8613EC217BF2}" srcId="{FD3AC4E6-1B8A-44F6-842F-F198DFDE1C80}" destId="{23315813-19C2-4163-9F52-ADFC23DA7735}" srcOrd="2" destOrd="0" parTransId="{B0E2B9D5-7B75-45A2-BE1A-57B81BBAA9B7}" sibTransId="{1F4C91D0-3873-45F3-A4B9-9F22311F319C}"/>
    <dgm:cxn modelId="{B5179077-1687-4A7A-BBE2-7183D73C7693}" type="presParOf" srcId="{89050F90-31F3-4D59-B9E6-20C529C5FA1E}" destId="{25673C17-3951-4030-9AB5-6CE79BF26705}" srcOrd="0" destOrd="0" presId="urn:microsoft.com/office/officeart/2005/8/layout/default"/>
    <dgm:cxn modelId="{EF421722-A6CC-41DD-9521-85B14EA31522}" type="presParOf" srcId="{89050F90-31F3-4D59-B9E6-20C529C5FA1E}" destId="{042FDA24-ED1A-4A71-A840-FAA62D0A5142}" srcOrd="1" destOrd="0" presId="urn:microsoft.com/office/officeart/2005/8/layout/default"/>
    <dgm:cxn modelId="{42097AC4-F7C0-4B76-B436-E7146D428F14}" type="presParOf" srcId="{89050F90-31F3-4D59-B9E6-20C529C5FA1E}" destId="{6ADC0756-711C-496A-9174-C24CC6E3D7E4}" srcOrd="2" destOrd="0" presId="urn:microsoft.com/office/officeart/2005/8/layout/default"/>
    <dgm:cxn modelId="{F8745932-AD35-4A87-AEB7-7588D81BE760}" type="presParOf" srcId="{89050F90-31F3-4D59-B9E6-20C529C5FA1E}" destId="{5768E287-D6D5-4B8D-997E-C8334DAAA270}" srcOrd="3" destOrd="0" presId="urn:microsoft.com/office/officeart/2005/8/layout/default"/>
    <dgm:cxn modelId="{795C0EB3-9F47-4112-BC43-99900028E918}" type="presParOf" srcId="{89050F90-31F3-4D59-B9E6-20C529C5FA1E}" destId="{F8DA212A-BD49-4038-B613-D2E9C1E137A3}" srcOrd="4" destOrd="0" presId="urn:microsoft.com/office/officeart/2005/8/layout/default"/>
    <dgm:cxn modelId="{2000940A-16DD-4C08-BF8D-4697DD5FC6A5}" type="presParOf" srcId="{89050F90-31F3-4D59-B9E6-20C529C5FA1E}" destId="{6AF0D03B-E365-49D7-9169-041B2FF0BD2D}" srcOrd="5" destOrd="0" presId="urn:microsoft.com/office/officeart/2005/8/layout/default"/>
    <dgm:cxn modelId="{982C1020-BFFC-4902-813A-BB377A357C4C}" type="presParOf" srcId="{89050F90-31F3-4D59-B9E6-20C529C5FA1E}" destId="{AD0B6DB5-F7BA-472F-8008-E34243574E14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710C8F-46E5-485B-A1C5-63C5359A4891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9B9AEC-A900-44A6-B9D3-D62EA78AED04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n-US" sz="4000">
              <a:ea typeface="+mn-ea"/>
              <a:cs typeface="+mn-cs"/>
            </a:rPr>
            <a:t>👤 </a:t>
          </a:r>
          <a:r>
            <a:rPr lang="en-US" sz="4000" i="1">
              <a:ea typeface="+mn-ea"/>
              <a:cs typeface="+mn-cs"/>
            </a:rPr>
            <a:t>1,209 Samples (Patients)</a:t>
          </a:r>
          <a:endParaRPr lang="en-US" sz="4000">
            <a:ea typeface="+mn-ea"/>
            <a:cs typeface="+mn-cs"/>
          </a:endParaRPr>
        </a:p>
      </dgm:t>
    </dgm:pt>
    <dgm:pt modelId="{1786CCDC-519D-48D3-9D5F-3E413F33E375}" type="parTrans" cxnId="{587ABB2A-E191-4A48-A3BE-FE38C844B1A0}">
      <dgm:prSet/>
      <dgm:spPr/>
      <dgm:t>
        <a:bodyPr/>
        <a:lstStyle/>
        <a:p>
          <a:endParaRPr lang="en-US"/>
        </a:p>
      </dgm:t>
    </dgm:pt>
    <dgm:pt modelId="{72E09E49-063F-4871-A407-A62375B0637E}" type="sibTrans" cxnId="{587ABB2A-E191-4A48-A3BE-FE38C844B1A0}">
      <dgm:prSet/>
      <dgm:spPr/>
      <dgm:t>
        <a:bodyPr/>
        <a:lstStyle/>
        <a:p>
          <a:endParaRPr lang="en-US"/>
        </a:p>
      </dgm:t>
    </dgm:pt>
    <dgm:pt modelId="{A69F0411-63CD-454E-8D31-7083D2B71FCC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n-US" sz="4000">
              <a:ea typeface="+mn-ea"/>
              <a:cs typeface="+mn-cs"/>
            </a:rPr>
            <a:t>🧬 </a:t>
          </a:r>
          <a:r>
            <a:rPr lang="en-US" sz="4000" i="1">
              <a:ea typeface="+mn-ea"/>
              <a:cs typeface="+mn-cs"/>
            </a:rPr>
            <a:t>1,881 miRNAs (Features)</a:t>
          </a:r>
          <a:endParaRPr lang="en-US" sz="4000">
            <a:ea typeface="+mn-ea"/>
            <a:cs typeface="+mn-cs"/>
          </a:endParaRPr>
        </a:p>
      </dgm:t>
    </dgm:pt>
    <dgm:pt modelId="{5436C4E3-2DEF-4062-9FE1-28867F65A674}" type="parTrans" cxnId="{AED12D61-D202-45EA-952F-205652BDDE97}">
      <dgm:prSet/>
      <dgm:spPr/>
      <dgm:t>
        <a:bodyPr/>
        <a:lstStyle/>
        <a:p>
          <a:endParaRPr lang="en-US"/>
        </a:p>
      </dgm:t>
    </dgm:pt>
    <dgm:pt modelId="{6B8C0C23-9B7C-4B30-B8EB-40AD32C4F232}" type="sibTrans" cxnId="{AED12D61-D202-45EA-952F-205652BDDE97}">
      <dgm:prSet/>
      <dgm:spPr/>
      <dgm:t>
        <a:bodyPr/>
        <a:lstStyle/>
        <a:p>
          <a:endParaRPr lang="en-US"/>
        </a:p>
      </dgm:t>
    </dgm:pt>
    <dgm:pt modelId="{0EEDDA2A-5745-4D32-B258-8941A5BB63D8}" type="pres">
      <dgm:prSet presAssocID="{C5710C8F-46E5-485B-A1C5-63C5359A4891}" presName="linear" presStyleCnt="0">
        <dgm:presLayoutVars>
          <dgm:animLvl val="lvl"/>
          <dgm:resizeHandles val="exact"/>
        </dgm:presLayoutVars>
      </dgm:prSet>
      <dgm:spPr/>
    </dgm:pt>
    <dgm:pt modelId="{4C3009AF-14EA-42BB-9A0E-0E5F93E13217}" type="pres">
      <dgm:prSet presAssocID="{069B9AEC-A900-44A6-B9D3-D62EA78AED0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9B6D5D2-1384-48B3-B188-552A76735409}" type="pres">
      <dgm:prSet presAssocID="{72E09E49-063F-4871-A407-A62375B0637E}" presName="spacer" presStyleCnt="0"/>
      <dgm:spPr/>
    </dgm:pt>
    <dgm:pt modelId="{FCD98FFA-13DD-4BC8-A309-DA2181D96FD6}" type="pres">
      <dgm:prSet presAssocID="{A69F0411-63CD-454E-8D31-7083D2B71FC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55FD620-FA54-4E0E-9725-6177344BF89B}" type="presOf" srcId="{C5710C8F-46E5-485B-A1C5-63C5359A4891}" destId="{0EEDDA2A-5745-4D32-B258-8941A5BB63D8}" srcOrd="0" destOrd="0" presId="urn:microsoft.com/office/officeart/2005/8/layout/vList2"/>
    <dgm:cxn modelId="{587ABB2A-E191-4A48-A3BE-FE38C844B1A0}" srcId="{C5710C8F-46E5-485B-A1C5-63C5359A4891}" destId="{069B9AEC-A900-44A6-B9D3-D62EA78AED04}" srcOrd="0" destOrd="0" parTransId="{1786CCDC-519D-48D3-9D5F-3E413F33E375}" sibTransId="{72E09E49-063F-4871-A407-A62375B0637E}"/>
    <dgm:cxn modelId="{D84D8933-5899-4936-8B6E-B72AF10694A8}" type="presOf" srcId="{A69F0411-63CD-454E-8D31-7083D2B71FCC}" destId="{FCD98FFA-13DD-4BC8-A309-DA2181D96FD6}" srcOrd="0" destOrd="0" presId="urn:microsoft.com/office/officeart/2005/8/layout/vList2"/>
    <dgm:cxn modelId="{AED12D61-D202-45EA-952F-205652BDDE97}" srcId="{C5710C8F-46E5-485B-A1C5-63C5359A4891}" destId="{A69F0411-63CD-454E-8D31-7083D2B71FCC}" srcOrd="1" destOrd="0" parTransId="{5436C4E3-2DEF-4062-9FE1-28867F65A674}" sibTransId="{6B8C0C23-9B7C-4B30-B8EB-40AD32C4F232}"/>
    <dgm:cxn modelId="{4DA8126C-0B37-4C71-A01E-5304BCE6DC7E}" type="presOf" srcId="{069B9AEC-A900-44A6-B9D3-D62EA78AED04}" destId="{4C3009AF-14EA-42BB-9A0E-0E5F93E13217}" srcOrd="0" destOrd="0" presId="urn:microsoft.com/office/officeart/2005/8/layout/vList2"/>
    <dgm:cxn modelId="{A5586F6A-3E38-4AFD-9600-F7043B312859}" type="presParOf" srcId="{0EEDDA2A-5745-4D32-B258-8941A5BB63D8}" destId="{4C3009AF-14EA-42BB-9A0E-0E5F93E13217}" srcOrd="0" destOrd="0" presId="urn:microsoft.com/office/officeart/2005/8/layout/vList2"/>
    <dgm:cxn modelId="{99559745-A50F-41B6-B239-37126C761FE8}" type="presParOf" srcId="{0EEDDA2A-5745-4D32-B258-8941A5BB63D8}" destId="{F9B6D5D2-1384-48B3-B188-552A76735409}" srcOrd="1" destOrd="0" presId="urn:microsoft.com/office/officeart/2005/8/layout/vList2"/>
    <dgm:cxn modelId="{5E91695A-6946-4F2E-B95B-3A25586C9D74}" type="presParOf" srcId="{0EEDDA2A-5745-4D32-B258-8941A5BB63D8}" destId="{FCD98FFA-13DD-4BC8-A309-DA2181D96FD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43570CD-03B1-AD4B-B2AE-B9CFFD97D68D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6440D7E-FC8E-1845-9BDE-5F1B71876766}">
      <dgm:prSet custT="1"/>
      <dgm:spPr/>
      <dgm:t>
        <a:bodyPr/>
        <a:lstStyle/>
        <a:p>
          <a:r>
            <a:rPr lang="en-US" sz="2000" b="1"/>
            <a:t>Classification with Selected Features</a:t>
          </a:r>
          <a:endParaRPr lang="en-US" sz="2000"/>
        </a:p>
      </dgm:t>
    </dgm:pt>
    <dgm:pt modelId="{BCC6A380-8128-B147-9EA6-8A601B243345}" type="parTrans" cxnId="{7C5589DD-D699-AE41-958B-2DB7991D9205}">
      <dgm:prSet/>
      <dgm:spPr/>
      <dgm:t>
        <a:bodyPr/>
        <a:lstStyle/>
        <a:p>
          <a:endParaRPr lang="en-US"/>
        </a:p>
      </dgm:t>
    </dgm:pt>
    <dgm:pt modelId="{599F935E-B5A2-3049-B698-871E68CB6AE7}" type="sibTrans" cxnId="{7C5589DD-D699-AE41-958B-2DB7991D9205}">
      <dgm:prSet/>
      <dgm:spPr/>
      <dgm:t>
        <a:bodyPr/>
        <a:lstStyle/>
        <a:p>
          <a:endParaRPr lang="en-US"/>
        </a:p>
      </dgm:t>
    </dgm:pt>
    <dgm:pt modelId="{A44EF330-BAEE-A84C-8E68-0F9FEF3D7442}">
      <dgm:prSet custT="1"/>
      <dgm:spPr/>
      <dgm:t>
        <a:bodyPr/>
        <a:lstStyle/>
        <a:p>
          <a:r>
            <a:rPr lang="en-US" sz="1600"/>
            <a:t>Use each overlap list as input for classifiers:</a:t>
          </a:r>
        </a:p>
      </dgm:t>
    </dgm:pt>
    <dgm:pt modelId="{528A17EF-654B-8D47-B293-D876C7EA4980}" type="parTrans" cxnId="{D305328C-3975-8744-911D-230975D7273D}">
      <dgm:prSet/>
      <dgm:spPr/>
      <dgm:t>
        <a:bodyPr/>
        <a:lstStyle/>
        <a:p>
          <a:endParaRPr lang="en-US"/>
        </a:p>
      </dgm:t>
    </dgm:pt>
    <dgm:pt modelId="{033B5CA8-A322-E348-9121-AF8C8D37731F}" type="sibTrans" cxnId="{D305328C-3975-8744-911D-230975D7273D}">
      <dgm:prSet/>
      <dgm:spPr/>
      <dgm:t>
        <a:bodyPr/>
        <a:lstStyle/>
        <a:p>
          <a:endParaRPr lang="en-US"/>
        </a:p>
      </dgm:t>
    </dgm:pt>
    <dgm:pt modelId="{21777E6E-7FE7-6744-8D68-F2B0BEEAC5B1}">
      <dgm:prSet custT="1"/>
      <dgm:spPr/>
      <dgm:t>
        <a:bodyPr/>
        <a:lstStyle/>
        <a:p>
          <a:r>
            <a:rPr lang="en-US" sz="2000" b="1"/>
            <a:t>Evaluation &amp; Discussion</a:t>
          </a:r>
          <a:endParaRPr lang="en-US" sz="2000"/>
        </a:p>
      </dgm:t>
    </dgm:pt>
    <dgm:pt modelId="{477AEEA4-4310-3D4B-9B32-004E09781051}" type="parTrans" cxnId="{313F7F13-7AB6-3F4D-A241-7B0D1583DAF9}">
      <dgm:prSet/>
      <dgm:spPr/>
      <dgm:t>
        <a:bodyPr/>
        <a:lstStyle/>
        <a:p>
          <a:endParaRPr lang="en-US"/>
        </a:p>
      </dgm:t>
    </dgm:pt>
    <dgm:pt modelId="{972C17E4-ED44-0E42-A264-031D194DDAE4}" type="sibTrans" cxnId="{313F7F13-7AB6-3F4D-A241-7B0D1583DAF9}">
      <dgm:prSet/>
      <dgm:spPr/>
      <dgm:t>
        <a:bodyPr/>
        <a:lstStyle/>
        <a:p>
          <a:endParaRPr lang="en-US"/>
        </a:p>
      </dgm:t>
    </dgm:pt>
    <dgm:pt modelId="{7BDC8A91-8D15-8143-B1E4-7F06DCA390D1}">
      <dgm:prSet custT="1"/>
      <dgm:spPr/>
      <dgm:t>
        <a:bodyPr/>
        <a:lstStyle/>
        <a:p>
          <a:pPr algn="l"/>
          <a:r>
            <a:rPr lang="en-US" sz="1600"/>
            <a:t>Compare results from traditional, deep learning, and  clustering methods. </a:t>
          </a:r>
        </a:p>
      </dgm:t>
    </dgm:pt>
    <dgm:pt modelId="{45024CE3-8CDB-E64A-8EE5-713CC2F13C03}" type="parTrans" cxnId="{A8F057B5-E52C-864A-8895-BC8A4213EFF7}">
      <dgm:prSet/>
      <dgm:spPr/>
      <dgm:t>
        <a:bodyPr/>
        <a:lstStyle/>
        <a:p>
          <a:endParaRPr lang="en-US"/>
        </a:p>
      </dgm:t>
    </dgm:pt>
    <dgm:pt modelId="{37D6BB89-0721-334A-8390-BAABF1B7CBE8}" type="sibTrans" cxnId="{A8F057B5-E52C-864A-8895-BC8A4213EFF7}">
      <dgm:prSet/>
      <dgm:spPr/>
      <dgm:t>
        <a:bodyPr/>
        <a:lstStyle/>
        <a:p>
          <a:endParaRPr lang="en-US"/>
        </a:p>
      </dgm:t>
    </dgm:pt>
    <dgm:pt modelId="{CE545AFC-AE7F-2346-88BA-6F81F5D5C1DD}">
      <dgm:prSet custT="1"/>
      <dgm:spPr/>
      <dgm:t>
        <a:bodyPr/>
        <a:lstStyle/>
        <a:p>
          <a:r>
            <a:rPr lang="en-US" sz="2000" b="1"/>
            <a:t>Report</a:t>
          </a:r>
        </a:p>
      </dgm:t>
    </dgm:pt>
    <dgm:pt modelId="{24897903-4BCD-5343-A096-566EFD0C2F73}" type="parTrans" cxnId="{6E77619F-0729-0A4A-B1D1-6E5E914D5F38}">
      <dgm:prSet/>
      <dgm:spPr/>
      <dgm:t>
        <a:bodyPr/>
        <a:lstStyle/>
        <a:p>
          <a:endParaRPr lang="en-US"/>
        </a:p>
      </dgm:t>
    </dgm:pt>
    <dgm:pt modelId="{1E1AFEE3-F4BB-2C49-888F-DA36E25700EF}" type="sibTrans" cxnId="{6E77619F-0729-0A4A-B1D1-6E5E914D5F38}">
      <dgm:prSet/>
      <dgm:spPr/>
      <dgm:t>
        <a:bodyPr/>
        <a:lstStyle/>
        <a:p>
          <a:endParaRPr lang="en-US"/>
        </a:p>
      </dgm:t>
    </dgm:pt>
    <dgm:pt modelId="{3EFBA0E7-B447-4E47-B419-1B470534A7E2}">
      <dgm:prSet custT="1"/>
      <dgm:spPr/>
      <dgm:t>
        <a:bodyPr/>
        <a:lstStyle/>
        <a:p>
          <a:r>
            <a:rPr lang="en-US" sz="1600"/>
            <a:t>Write a structured report covering dataset, preprocessing, feature selection, overlaps, classification, and literature review.</a:t>
          </a:r>
        </a:p>
      </dgm:t>
    </dgm:pt>
    <dgm:pt modelId="{F16FCAC1-5B40-EC4B-80E8-DE8CAD126023}" type="parTrans" cxnId="{545DCA47-FBDA-2A4C-9A79-672292DCAC2A}">
      <dgm:prSet/>
      <dgm:spPr/>
      <dgm:t>
        <a:bodyPr/>
        <a:lstStyle/>
        <a:p>
          <a:endParaRPr lang="en-US"/>
        </a:p>
      </dgm:t>
    </dgm:pt>
    <dgm:pt modelId="{F3876672-78A6-E741-8798-070DDC1807A3}" type="sibTrans" cxnId="{545DCA47-FBDA-2A4C-9A79-672292DCAC2A}">
      <dgm:prSet/>
      <dgm:spPr/>
      <dgm:t>
        <a:bodyPr/>
        <a:lstStyle/>
        <a:p>
          <a:endParaRPr lang="en-US"/>
        </a:p>
      </dgm:t>
    </dgm:pt>
    <dgm:pt modelId="{23296012-DA53-4E45-B3FE-C480014353CF}">
      <dgm:prSet custT="1"/>
      <dgm:spPr/>
      <dgm:t>
        <a:bodyPr/>
        <a:lstStyle/>
        <a:p>
          <a:r>
            <a:rPr lang="en-US" sz="2000" b="1"/>
            <a:t>Program</a:t>
          </a:r>
        </a:p>
      </dgm:t>
    </dgm:pt>
    <dgm:pt modelId="{00D8FFAB-FC32-C54E-BF8B-A158738B9C64}" type="parTrans" cxnId="{6E5B9A45-4859-654F-BE66-77CB7F64E870}">
      <dgm:prSet/>
      <dgm:spPr/>
      <dgm:t>
        <a:bodyPr/>
        <a:lstStyle/>
        <a:p>
          <a:endParaRPr lang="en-US"/>
        </a:p>
      </dgm:t>
    </dgm:pt>
    <dgm:pt modelId="{A4D94EDA-34B1-364E-B545-FD62172224C6}" type="sibTrans" cxnId="{6E5B9A45-4859-654F-BE66-77CB7F64E870}">
      <dgm:prSet/>
      <dgm:spPr/>
      <dgm:t>
        <a:bodyPr/>
        <a:lstStyle/>
        <a:p>
          <a:endParaRPr lang="en-US"/>
        </a:p>
      </dgm:t>
    </dgm:pt>
    <dgm:pt modelId="{56DAF50E-AA70-0B41-BBC7-1663C90B3BD5}">
      <dgm:prSet custT="1"/>
      <dgm:spPr/>
      <dgm:t>
        <a:bodyPr/>
        <a:lstStyle/>
        <a:p>
          <a:r>
            <a:rPr lang="en-US" sz="1600"/>
            <a:t>Provide well-documented code and outputs.</a:t>
          </a:r>
        </a:p>
      </dgm:t>
    </dgm:pt>
    <dgm:pt modelId="{B9B8CF75-B237-3343-AC70-D88DF7DD2164}" type="parTrans" cxnId="{AACA1680-74BE-F144-AC97-B122E72CA2BF}">
      <dgm:prSet/>
      <dgm:spPr/>
      <dgm:t>
        <a:bodyPr/>
        <a:lstStyle/>
        <a:p>
          <a:endParaRPr lang="en-US"/>
        </a:p>
      </dgm:t>
    </dgm:pt>
    <dgm:pt modelId="{8DD76DFE-9AF9-954E-B6BF-8A009256390B}" type="sibTrans" cxnId="{AACA1680-74BE-F144-AC97-B122E72CA2BF}">
      <dgm:prSet/>
      <dgm:spPr/>
      <dgm:t>
        <a:bodyPr/>
        <a:lstStyle/>
        <a:p>
          <a:endParaRPr lang="en-US"/>
        </a:p>
      </dgm:t>
    </dgm:pt>
    <dgm:pt modelId="{186F44E9-8102-4538-8F37-DBF993AE34DB}">
      <dgm:prSet custT="1"/>
      <dgm:spPr/>
      <dgm:t>
        <a:bodyPr/>
        <a:lstStyle/>
        <a:p>
          <a:pPr>
            <a:buFontTx/>
            <a:buNone/>
          </a:pPr>
          <a:r>
            <a:rPr lang="en-US" sz="1600" b="0"/>
            <a:t>KNN</a:t>
          </a:r>
        </a:p>
      </dgm:t>
    </dgm:pt>
    <dgm:pt modelId="{2DE914CF-ADB4-4C25-B330-310CF8840390}" type="parTrans" cxnId="{6CAD9DDD-C50F-4A7E-9D36-8DBDD3262762}">
      <dgm:prSet/>
      <dgm:spPr/>
      <dgm:t>
        <a:bodyPr/>
        <a:lstStyle/>
        <a:p>
          <a:endParaRPr lang="en-US"/>
        </a:p>
      </dgm:t>
    </dgm:pt>
    <dgm:pt modelId="{0AB66C78-7CE5-4BFC-BF20-68A2D3A11ED5}" type="sibTrans" cxnId="{6CAD9DDD-C50F-4A7E-9D36-8DBDD3262762}">
      <dgm:prSet/>
      <dgm:spPr/>
      <dgm:t>
        <a:bodyPr/>
        <a:lstStyle/>
        <a:p>
          <a:endParaRPr lang="en-US"/>
        </a:p>
      </dgm:t>
    </dgm:pt>
    <dgm:pt modelId="{7E749AA9-15BD-4442-ADCA-CBC5430FB957}">
      <dgm:prSet custT="1"/>
      <dgm:spPr/>
      <dgm:t>
        <a:bodyPr/>
        <a:lstStyle/>
        <a:p>
          <a:pPr>
            <a:buFontTx/>
            <a:buNone/>
          </a:pPr>
          <a:r>
            <a:rPr lang="en-US" sz="1600" b="0"/>
            <a:t>Random Forest</a:t>
          </a:r>
        </a:p>
      </dgm:t>
    </dgm:pt>
    <dgm:pt modelId="{0A49EB35-7F96-46EB-894C-957A13D9B099}" type="parTrans" cxnId="{1458F055-2990-40F6-943A-4387F55CF705}">
      <dgm:prSet/>
      <dgm:spPr/>
      <dgm:t>
        <a:bodyPr/>
        <a:lstStyle/>
        <a:p>
          <a:endParaRPr lang="en-US"/>
        </a:p>
      </dgm:t>
    </dgm:pt>
    <dgm:pt modelId="{5F1E3E99-7954-4E74-9553-7071B45E26EC}" type="sibTrans" cxnId="{1458F055-2990-40F6-943A-4387F55CF705}">
      <dgm:prSet/>
      <dgm:spPr/>
      <dgm:t>
        <a:bodyPr/>
        <a:lstStyle/>
        <a:p>
          <a:endParaRPr lang="en-US"/>
        </a:p>
      </dgm:t>
    </dgm:pt>
    <dgm:pt modelId="{43ACA706-77D3-4355-8C16-FC2F5EBEDE4D}">
      <dgm:prSet custT="1"/>
      <dgm:spPr/>
      <dgm:t>
        <a:bodyPr/>
        <a:lstStyle/>
        <a:p>
          <a:pPr>
            <a:buFontTx/>
            <a:buNone/>
          </a:pPr>
          <a:r>
            <a:rPr lang="en-US" sz="1600" b="0"/>
            <a:t>Logistic Regression</a:t>
          </a:r>
        </a:p>
      </dgm:t>
    </dgm:pt>
    <dgm:pt modelId="{578C85BA-2BF0-43F6-B92D-97D1358711F7}" type="parTrans" cxnId="{3A28DC49-A8D0-4B0A-B19B-4672CED93829}">
      <dgm:prSet/>
      <dgm:spPr/>
      <dgm:t>
        <a:bodyPr/>
        <a:lstStyle/>
        <a:p>
          <a:endParaRPr lang="en-US"/>
        </a:p>
      </dgm:t>
    </dgm:pt>
    <dgm:pt modelId="{5FFFEA0A-C49A-4AF3-A492-8AC95E812264}" type="sibTrans" cxnId="{3A28DC49-A8D0-4B0A-B19B-4672CED93829}">
      <dgm:prSet/>
      <dgm:spPr/>
      <dgm:t>
        <a:bodyPr/>
        <a:lstStyle/>
        <a:p>
          <a:endParaRPr lang="en-US"/>
        </a:p>
      </dgm:t>
    </dgm:pt>
    <dgm:pt modelId="{8679B5A6-97AB-462D-8632-C140A1CC90E1}">
      <dgm:prSet custT="1"/>
      <dgm:spPr/>
      <dgm:t>
        <a:bodyPr/>
        <a:lstStyle/>
        <a:p>
          <a:pPr>
            <a:buFontTx/>
            <a:buNone/>
          </a:pPr>
          <a:r>
            <a:rPr lang="en-US" sz="1600" b="0"/>
            <a:t>SVM</a:t>
          </a:r>
        </a:p>
      </dgm:t>
    </dgm:pt>
    <dgm:pt modelId="{090624A5-B6F4-4C8D-9AD9-3EBFAAD0A904}" type="parTrans" cxnId="{A8062A8E-CE61-432F-854B-0ABDBE57AD78}">
      <dgm:prSet/>
      <dgm:spPr/>
      <dgm:t>
        <a:bodyPr/>
        <a:lstStyle/>
        <a:p>
          <a:endParaRPr lang="en-US"/>
        </a:p>
      </dgm:t>
    </dgm:pt>
    <dgm:pt modelId="{3B81B925-41AA-4F82-8BA1-CBB74DBD37FC}" type="sibTrans" cxnId="{A8062A8E-CE61-432F-854B-0ABDBE57AD78}">
      <dgm:prSet/>
      <dgm:spPr/>
      <dgm:t>
        <a:bodyPr/>
        <a:lstStyle/>
        <a:p>
          <a:endParaRPr lang="en-US"/>
        </a:p>
      </dgm:t>
    </dgm:pt>
    <dgm:pt modelId="{96DF6521-0C93-456B-B368-5FDCBB0CE42A}">
      <dgm:prSet custT="1"/>
      <dgm:spPr/>
      <dgm:t>
        <a:bodyPr/>
        <a:lstStyle/>
        <a:p>
          <a:r>
            <a:rPr lang="en-US" sz="1600"/>
            <a:t>Report classification accuracy and performance metrics.</a:t>
          </a:r>
        </a:p>
      </dgm:t>
    </dgm:pt>
    <dgm:pt modelId="{E39399BB-F640-405C-827B-F8AEE38736C3}" type="parTrans" cxnId="{2696A4B5-63A0-42C2-932C-8FF238F8D20E}">
      <dgm:prSet/>
      <dgm:spPr/>
      <dgm:t>
        <a:bodyPr/>
        <a:lstStyle/>
        <a:p>
          <a:endParaRPr lang="en-US"/>
        </a:p>
      </dgm:t>
    </dgm:pt>
    <dgm:pt modelId="{C3423A6B-7628-4F17-B5E7-FDFFABA65EF7}" type="sibTrans" cxnId="{2696A4B5-63A0-42C2-932C-8FF238F8D20E}">
      <dgm:prSet/>
      <dgm:spPr/>
      <dgm:t>
        <a:bodyPr/>
        <a:lstStyle/>
        <a:p>
          <a:endParaRPr lang="en-US"/>
        </a:p>
      </dgm:t>
    </dgm:pt>
    <dgm:pt modelId="{E19C505A-CD80-443A-B668-6247E4D7F85F}">
      <dgm:prSet custT="1"/>
      <dgm:spPr/>
      <dgm:t>
        <a:bodyPr/>
        <a:lstStyle/>
        <a:p>
          <a:r>
            <a:rPr lang="en-US" sz="1600"/>
            <a:t>Summarize results.</a:t>
          </a:r>
        </a:p>
      </dgm:t>
    </dgm:pt>
    <dgm:pt modelId="{43DFD787-A9EE-4F64-95C8-AE25F96E67F5}" type="parTrans" cxnId="{764D67AD-CD29-4367-8F5C-8775C6B5C79D}">
      <dgm:prSet/>
      <dgm:spPr/>
      <dgm:t>
        <a:bodyPr/>
        <a:lstStyle/>
        <a:p>
          <a:endParaRPr lang="en-US"/>
        </a:p>
      </dgm:t>
    </dgm:pt>
    <dgm:pt modelId="{4896E3BD-1190-4000-BEA8-FB8804C875D2}" type="sibTrans" cxnId="{764D67AD-CD29-4367-8F5C-8775C6B5C79D}">
      <dgm:prSet/>
      <dgm:spPr/>
      <dgm:t>
        <a:bodyPr/>
        <a:lstStyle/>
        <a:p>
          <a:endParaRPr lang="en-US"/>
        </a:p>
      </dgm:t>
    </dgm:pt>
    <dgm:pt modelId="{244D5080-E202-4D5B-988D-88407BEC56EC}">
      <dgm:prSet custT="1"/>
      <dgm:spPr/>
      <dgm:t>
        <a:bodyPr/>
        <a:lstStyle/>
        <a:p>
          <a:pPr algn="l"/>
          <a:r>
            <a:rPr lang="en-US" sz="1600"/>
            <a:t>Highlight consensus biomarkers and potential biological relevance.</a:t>
          </a:r>
        </a:p>
      </dgm:t>
    </dgm:pt>
    <dgm:pt modelId="{C87B49B1-FB3B-4269-A963-524E2CB0F08B}" type="parTrans" cxnId="{C525E64A-0B04-46B1-9AC3-B0FF367C3B6C}">
      <dgm:prSet/>
      <dgm:spPr/>
      <dgm:t>
        <a:bodyPr/>
        <a:lstStyle/>
        <a:p>
          <a:endParaRPr lang="en-US"/>
        </a:p>
      </dgm:t>
    </dgm:pt>
    <dgm:pt modelId="{DA91AA38-2A85-45B7-B9E3-BE398FFC8D44}" type="sibTrans" cxnId="{C525E64A-0B04-46B1-9AC3-B0FF367C3B6C}">
      <dgm:prSet/>
      <dgm:spPr/>
      <dgm:t>
        <a:bodyPr/>
        <a:lstStyle/>
        <a:p>
          <a:endParaRPr lang="en-US"/>
        </a:p>
      </dgm:t>
    </dgm:pt>
    <dgm:pt modelId="{3CE27D83-3ACD-EF4F-B655-85FFC990D7F5}" type="pres">
      <dgm:prSet presAssocID="{B43570CD-03B1-AD4B-B2AE-B9CFFD97D68D}" presName="Name0" presStyleCnt="0">
        <dgm:presLayoutVars>
          <dgm:dir/>
          <dgm:animLvl val="lvl"/>
          <dgm:resizeHandles val="exact"/>
        </dgm:presLayoutVars>
      </dgm:prSet>
      <dgm:spPr/>
    </dgm:pt>
    <dgm:pt modelId="{4C392B48-19CD-4EBA-9302-B7D52D223F9D}" type="pres">
      <dgm:prSet presAssocID="{B6440D7E-FC8E-1845-9BDE-5F1B71876766}" presName="composite" presStyleCnt="0"/>
      <dgm:spPr/>
    </dgm:pt>
    <dgm:pt modelId="{C9346B31-A8C4-4E87-A079-4069DDFD2F90}" type="pres">
      <dgm:prSet presAssocID="{B6440D7E-FC8E-1845-9BDE-5F1B71876766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B8B3021F-70ED-45CC-865A-B4EB2C072139}" type="pres">
      <dgm:prSet presAssocID="{B6440D7E-FC8E-1845-9BDE-5F1B71876766}" presName="desTx" presStyleLbl="alignAccFollowNode1" presStyleIdx="0" presStyleCnt="4">
        <dgm:presLayoutVars>
          <dgm:bulletEnabled val="1"/>
        </dgm:presLayoutVars>
      </dgm:prSet>
      <dgm:spPr/>
    </dgm:pt>
    <dgm:pt modelId="{557941B3-C28A-44F3-A681-CCE00498BC6C}" type="pres">
      <dgm:prSet presAssocID="{599F935E-B5A2-3049-B698-871E68CB6AE7}" presName="space" presStyleCnt="0"/>
      <dgm:spPr/>
    </dgm:pt>
    <dgm:pt modelId="{17593CF1-AC4F-614E-9BE0-34083F4C393D}" type="pres">
      <dgm:prSet presAssocID="{21777E6E-7FE7-6744-8D68-F2B0BEEAC5B1}" presName="composite" presStyleCnt="0"/>
      <dgm:spPr/>
    </dgm:pt>
    <dgm:pt modelId="{2E6A92FF-B2E8-5548-82B4-28100DD020DA}" type="pres">
      <dgm:prSet presAssocID="{21777E6E-7FE7-6744-8D68-F2B0BEEAC5B1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7C62DEEC-EDF1-9D4C-84D7-019F74E2AC33}" type="pres">
      <dgm:prSet presAssocID="{21777E6E-7FE7-6744-8D68-F2B0BEEAC5B1}" presName="desTx" presStyleLbl="alignAccFollowNode1" presStyleIdx="1" presStyleCnt="4">
        <dgm:presLayoutVars>
          <dgm:bulletEnabled val="1"/>
        </dgm:presLayoutVars>
      </dgm:prSet>
      <dgm:spPr/>
    </dgm:pt>
    <dgm:pt modelId="{14F40899-8333-AF44-AA7C-3623A086AAD5}" type="pres">
      <dgm:prSet presAssocID="{972C17E4-ED44-0E42-A264-031D194DDAE4}" presName="space" presStyleCnt="0"/>
      <dgm:spPr/>
    </dgm:pt>
    <dgm:pt modelId="{5CAE0CB2-A173-9849-B1C9-D0736EF63EE6}" type="pres">
      <dgm:prSet presAssocID="{CE545AFC-AE7F-2346-88BA-6F81F5D5C1DD}" presName="composite" presStyleCnt="0"/>
      <dgm:spPr/>
    </dgm:pt>
    <dgm:pt modelId="{1C197BF9-9538-4F4C-A9CE-67B945C2235C}" type="pres">
      <dgm:prSet presAssocID="{CE545AFC-AE7F-2346-88BA-6F81F5D5C1DD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EF90D106-2D0C-254C-BAE6-214C23A9B8B6}" type="pres">
      <dgm:prSet presAssocID="{CE545AFC-AE7F-2346-88BA-6F81F5D5C1DD}" presName="desTx" presStyleLbl="alignAccFollowNode1" presStyleIdx="2" presStyleCnt="4">
        <dgm:presLayoutVars>
          <dgm:bulletEnabled val="1"/>
        </dgm:presLayoutVars>
      </dgm:prSet>
      <dgm:spPr/>
    </dgm:pt>
    <dgm:pt modelId="{DC910A20-CB63-CF45-A694-3BFBC4A49A99}" type="pres">
      <dgm:prSet presAssocID="{1E1AFEE3-F4BB-2C49-888F-DA36E25700EF}" presName="space" presStyleCnt="0"/>
      <dgm:spPr/>
    </dgm:pt>
    <dgm:pt modelId="{E12A5BB7-9AC5-AE44-9801-3914F5E200D7}" type="pres">
      <dgm:prSet presAssocID="{23296012-DA53-4E45-B3FE-C480014353CF}" presName="composite" presStyleCnt="0"/>
      <dgm:spPr/>
    </dgm:pt>
    <dgm:pt modelId="{1AF1E8FA-CCDE-AF46-8869-949FBB9BE6F8}" type="pres">
      <dgm:prSet presAssocID="{23296012-DA53-4E45-B3FE-C480014353CF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B77A70CC-BB32-9F48-B36A-D2D2BF5E785F}" type="pres">
      <dgm:prSet presAssocID="{23296012-DA53-4E45-B3FE-C480014353CF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313F7F13-7AB6-3F4D-A241-7B0D1583DAF9}" srcId="{B43570CD-03B1-AD4B-B2AE-B9CFFD97D68D}" destId="{21777E6E-7FE7-6744-8D68-F2B0BEEAC5B1}" srcOrd="1" destOrd="0" parTransId="{477AEEA4-4310-3D4B-9B32-004E09781051}" sibTransId="{972C17E4-ED44-0E42-A264-031D194DDAE4}"/>
    <dgm:cxn modelId="{19D1C019-F24B-4B19-8392-71E50FF1129A}" type="presOf" srcId="{43ACA706-77D3-4355-8C16-FC2F5EBEDE4D}" destId="{B8B3021F-70ED-45CC-865A-B4EB2C072139}" srcOrd="0" destOrd="3" presId="urn:microsoft.com/office/officeart/2005/8/layout/hList1"/>
    <dgm:cxn modelId="{B816C11F-986D-4F1C-9CD2-F24F9DE9EFC8}" type="presOf" srcId="{7BDC8A91-8D15-8143-B1E4-7F06DCA390D1}" destId="{7C62DEEC-EDF1-9D4C-84D7-019F74E2AC33}" srcOrd="0" destOrd="0" presId="urn:microsoft.com/office/officeart/2005/8/layout/hList1"/>
    <dgm:cxn modelId="{5D0CCB1F-6C6F-4812-A0CC-3762B73ACEF5}" type="presOf" srcId="{A44EF330-BAEE-A84C-8E68-0F9FEF3D7442}" destId="{B8B3021F-70ED-45CC-865A-B4EB2C072139}" srcOrd="0" destOrd="0" presId="urn:microsoft.com/office/officeart/2005/8/layout/hList1"/>
    <dgm:cxn modelId="{38D1EA1F-D9A1-4E43-AFBB-3957ACA84ED5}" type="presOf" srcId="{56DAF50E-AA70-0B41-BBC7-1663C90B3BD5}" destId="{B77A70CC-BB32-9F48-B36A-D2D2BF5E785F}" srcOrd="0" destOrd="0" presId="urn:microsoft.com/office/officeart/2005/8/layout/hList1"/>
    <dgm:cxn modelId="{AB0DC929-F40F-4101-AAEC-3962CE2BEF54}" type="presOf" srcId="{186F44E9-8102-4538-8F37-DBF993AE34DB}" destId="{B8B3021F-70ED-45CC-865A-B4EB2C072139}" srcOrd="0" destOrd="1" presId="urn:microsoft.com/office/officeart/2005/8/layout/hList1"/>
    <dgm:cxn modelId="{297B152C-C226-4233-9F01-C73F1C097230}" type="presOf" srcId="{B6440D7E-FC8E-1845-9BDE-5F1B71876766}" destId="{C9346B31-A8C4-4E87-A079-4069DDFD2F90}" srcOrd="0" destOrd="0" presId="urn:microsoft.com/office/officeart/2005/8/layout/hList1"/>
    <dgm:cxn modelId="{6E5B9A45-4859-654F-BE66-77CB7F64E870}" srcId="{B43570CD-03B1-AD4B-B2AE-B9CFFD97D68D}" destId="{23296012-DA53-4E45-B3FE-C480014353CF}" srcOrd="3" destOrd="0" parTransId="{00D8FFAB-FC32-C54E-BF8B-A158738B9C64}" sibTransId="{A4D94EDA-34B1-364E-B545-FD62172224C6}"/>
    <dgm:cxn modelId="{B135A147-0D29-4A8A-A4CE-1A287F0AFB78}" type="presOf" srcId="{21777E6E-7FE7-6744-8D68-F2B0BEEAC5B1}" destId="{2E6A92FF-B2E8-5548-82B4-28100DD020DA}" srcOrd="0" destOrd="0" presId="urn:microsoft.com/office/officeart/2005/8/layout/hList1"/>
    <dgm:cxn modelId="{545DCA47-FBDA-2A4C-9A79-672292DCAC2A}" srcId="{CE545AFC-AE7F-2346-88BA-6F81F5D5C1DD}" destId="{3EFBA0E7-B447-4E47-B419-1B470534A7E2}" srcOrd="0" destOrd="0" parTransId="{F16FCAC1-5B40-EC4B-80E8-DE8CAD126023}" sibTransId="{F3876672-78A6-E741-8798-070DDC1807A3}"/>
    <dgm:cxn modelId="{3A28DC49-A8D0-4B0A-B19B-4672CED93829}" srcId="{A44EF330-BAEE-A84C-8E68-0F9FEF3D7442}" destId="{43ACA706-77D3-4355-8C16-FC2F5EBEDE4D}" srcOrd="2" destOrd="0" parTransId="{578C85BA-2BF0-43F6-B92D-97D1358711F7}" sibTransId="{5FFFEA0A-C49A-4AF3-A492-8AC95E812264}"/>
    <dgm:cxn modelId="{C525E64A-0B04-46B1-9AC3-B0FF367C3B6C}" srcId="{21777E6E-7FE7-6744-8D68-F2B0BEEAC5B1}" destId="{244D5080-E202-4D5B-988D-88407BEC56EC}" srcOrd="1" destOrd="0" parTransId="{C87B49B1-FB3B-4269-A963-524E2CB0F08B}" sibTransId="{DA91AA38-2A85-45B7-B9E3-BE398FFC8D44}"/>
    <dgm:cxn modelId="{4E79FA4C-2AA1-4663-BF6E-95DE2E787BE9}" type="presOf" srcId="{23296012-DA53-4E45-B3FE-C480014353CF}" destId="{1AF1E8FA-CCDE-AF46-8869-949FBB9BE6F8}" srcOrd="0" destOrd="0" presId="urn:microsoft.com/office/officeart/2005/8/layout/hList1"/>
    <dgm:cxn modelId="{88D3356E-D51A-4AFF-86EC-0BED704A54C4}" type="presOf" srcId="{244D5080-E202-4D5B-988D-88407BEC56EC}" destId="{7C62DEEC-EDF1-9D4C-84D7-019F74E2AC33}" srcOrd="0" destOrd="1" presId="urn:microsoft.com/office/officeart/2005/8/layout/hList1"/>
    <dgm:cxn modelId="{3F6F784E-8FA3-4235-B745-4B6E86907A77}" type="presOf" srcId="{E19C505A-CD80-443A-B668-6247E4D7F85F}" destId="{EF90D106-2D0C-254C-BAE6-214C23A9B8B6}" srcOrd="0" destOrd="1" presId="urn:microsoft.com/office/officeart/2005/8/layout/hList1"/>
    <dgm:cxn modelId="{1458F055-2990-40F6-943A-4387F55CF705}" srcId="{A44EF330-BAEE-A84C-8E68-0F9FEF3D7442}" destId="{7E749AA9-15BD-4442-ADCA-CBC5430FB957}" srcOrd="1" destOrd="0" parTransId="{0A49EB35-7F96-46EB-894C-957A13D9B099}" sibTransId="{5F1E3E99-7954-4E74-9553-7071B45E26EC}"/>
    <dgm:cxn modelId="{AACA1680-74BE-F144-AC97-B122E72CA2BF}" srcId="{23296012-DA53-4E45-B3FE-C480014353CF}" destId="{56DAF50E-AA70-0B41-BBC7-1663C90B3BD5}" srcOrd="0" destOrd="0" parTransId="{B9B8CF75-B237-3343-AC70-D88DF7DD2164}" sibTransId="{8DD76DFE-9AF9-954E-B6BF-8A009256390B}"/>
    <dgm:cxn modelId="{D305328C-3975-8744-911D-230975D7273D}" srcId="{B6440D7E-FC8E-1845-9BDE-5F1B71876766}" destId="{A44EF330-BAEE-A84C-8E68-0F9FEF3D7442}" srcOrd="0" destOrd="0" parTransId="{528A17EF-654B-8D47-B293-D876C7EA4980}" sibTransId="{033B5CA8-A322-E348-9121-AF8C8D37731F}"/>
    <dgm:cxn modelId="{A8062A8E-CE61-432F-854B-0ABDBE57AD78}" srcId="{A44EF330-BAEE-A84C-8E68-0F9FEF3D7442}" destId="{8679B5A6-97AB-462D-8632-C140A1CC90E1}" srcOrd="3" destOrd="0" parTransId="{090624A5-B6F4-4C8D-9AD9-3EBFAAD0A904}" sibTransId="{3B81B925-41AA-4F82-8BA1-CBB74DBD37FC}"/>
    <dgm:cxn modelId="{C2F0449A-A308-8143-BDF7-72BE9DF6B968}" type="presOf" srcId="{B43570CD-03B1-AD4B-B2AE-B9CFFD97D68D}" destId="{3CE27D83-3ACD-EF4F-B655-85FFC990D7F5}" srcOrd="0" destOrd="0" presId="urn:microsoft.com/office/officeart/2005/8/layout/hList1"/>
    <dgm:cxn modelId="{6E77619F-0729-0A4A-B1D1-6E5E914D5F38}" srcId="{B43570CD-03B1-AD4B-B2AE-B9CFFD97D68D}" destId="{CE545AFC-AE7F-2346-88BA-6F81F5D5C1DD}" srcOrd="2" destOrd="0" parTransId="{24897903-4BCD-5343-A096-566EFD0C2F73}" sibTransId="{1E1AFEE3-F4BB-2C49-888F-DA36E25700EF}"/>
    <dgm:cxn modelId="{BECA95A8-BBB8-44C9-8623-05722EF8895C}" type="presOf" srcId="{96DF6521-0C93-456B-B368-5FDCBB0CE42A}" destId="{B8B3021F-70ED-45CC-865A-B4EB2C072139}" srcOrd="0" destOrd="5" presId="urn:microsoft.com/office/officeart/2005/8/layout/hList1"/>
    <dgm:cxn modelId="{764D67AD-CD29-4367-8F5C-8775C6B5C79D}" srcId="{CE545AFC-AE7F-2346-88BA-6F81F5D5C1DD}" destId="{E19C505A-CD80-443A-B668-6247E4D7F85F}" srcOrd="1" destOrd="0" parTransId="{43DFD787-A9EE-4F64-95C8-AE25F96E67F5}" sibTransId="{4896E3BD-1190-4000-BEA8-FB8804C875D2}"/>
    <dgm:cxn modelId="{A8F057B5-E52C-864A-8895-BC8A4213EFF7}" srcId="{21777E6E-7FE7-6744-8D68-F2B0BEEAC5B1}" destId="{7BDC8A91-8D15-8143-B1E4-7F06DCA390D1}" srcOrd="0" destOrd="0" parTransId="{45024CE3-8CDB-E64A-8EE5-713CC2F13C03}" sibTransId="{37D6BB89-0721-334A-8390-BAABF1B7CBE8}"/>
    <dgm:cxn modelId="{2696A4B5-63A0-42C2-932C-8FF238F8D20E}" srcId="{B6440D7E-FC8E-1845-9BDE-5F1B71876766}" destId="{96DF6521-0C93-456B-B368-5FDCBB0CE42A}" srcOrd="1" destOrd="0" parTransId="{E39399BB-F640-405C-827B-F8AEE38736C3}" sibTransId="{C3423A6B-7628-4F17-B5E7-FDFFABA65EF7}"/>
    <dgm:cxn modelId="{7A4947B7-24F8-4229-8FB7-FBCECD06A7CA}" type="presOf" srcId="{7E749AA9-15BD-4442-ADCA-CBC5430FB957}" destId="{B8B3021F-70ED-45CC-865A-B4EB2C072139}" srcOrd="0" destOrd="2" presId="urn:microsoft.com/office/officeart/2005/8/layout/hList1"/>
    <dgm:cxn modelId="{7C5589DD-D699-AE41-958B-2DB7991D9205}" srcId="{B43570CD-03B1-AD4B-B2AE-B9CFFD97D68D}" destId="{B6440D7E-FC8E-1845-9BDE-5F1B71876766}" srcOrd="0" destOrd="0" parTransId="{BCC6A380-8128-B147-9EA6-8A601B243345}" sibTransId="{599F935E-B5A2-3049-B698-871E68CB6AE7}"/>
    <dgm:cxn modelId="{6CAD9DDD-C50F-4A7E-9D36-8DBDD3262762}" srcId="{A44EF330-BAEE-A84C-8E68-0F9FEF3D7442}" destId="{186F44E9-8102-4538-8F37-DBF993AE34DB}" srcOrd="0" destOrd="0" parTransId="{2DE914CF-ADB4-4C25-B330-310CF8840390}" sibTransId="{0AB66C78-7CE5-4BFC-BF20-68A2D3A11ED5}"/>
    <dgm:cxn modelId="{2C094FE1-FE48-4470-818A-BA214E99ACB2}" type="presOf" srcId="{8679B5A6-97AB-462D-8632-C140A1CC90E1}" destId="{B8B3021F-70ED-45CC-865A-B4EB2C072139}" srcOrd="0" destOrd="4" presId="urn:microsoft.com/office/officeart/2005/8/layout/hList1"/>
    <dgm:cxn modelId="{52454EF3-3E03-402B-A43A-2BCDB419A1AE}" type="presOf" srcId="{CE545AFC-AE7F-2346-88BA-6F81F5D5C1DD}" destId="{1C197BF9-9538-4F4C-A9CE-67B945C2235C}" srcOrd="0" destOrd="0" presId="urn:microsoft.com/office/officeart/2005/8/layout/hList1"/>
    <dgm:cxn modelId="{553059FD-8F45-49F6-8EEC-5DA0644CCEFC}" type="presOf" srcId="{3EFBA0E7-B447-4E47-B419-1B470534A7E2}" destId="{EF90D106-2D0C-254C-BAE6-214C23A9B8B6}" srcOrd="0" destOrd="0" presId="urn:microsoft.com/office/officeart/2005/8/layout/hList1"/>
    <dgm:cxn modelId="{A3250461-4732-4F7A-B1CA-43329429348B}" type="presParOf" srcId="{3CE27D83-3ACD-EF4F-B655-85FFC990D7F5}" destId="{4C392B48-19CD-4EBA-9302-B7D52D223F9D}" srcOrd="0" destOrd="0" presId="urn:microsoft.com/office/officeart/2005/8/layout/hList1"/>
    <dgm:cxn modelId="{2BBFF590-D3B4-4DA3-A1D9-4EA5D6785238}" type="presParOf" srcId="{4C392B48-19CD-4EBA-9302-B7D52D223F9D}" destId="{C9346B31-A8C4-4E87-A079-4069DDFD2F90}" srcOrd="0" destOrd="0" presId="urn:microsoft.com/office/officeart/2005/8/layout/hList1"/>
    <dgm:cxn modelId="{8D913B18-BF8A-461E-BC99-362BF5D9FF74}" type="presParOf" srcId="{4C392B48-19CD-4EBA-9302-B7D52D223F9D}" destId="{B8B3021F-70ED-45CC-865A-B4EB2C072139}" srcOrd="1" destOrd="0" presId="urn:microsoft.com/office/officeart/2005/8/layout/hList1"/>
    <dgm:cxn modelId="{1F12BB48-1199-430D-AEA3-EEB647AB8B91}" type="presParOf" srcId="{3CE27D83-3ACD-EF4F-B655-85FFC990D7F5}" destId="{557941B3-C28A-44F3-A681-CCE00498BC6C}" srcOrd="1" destOrd="0" presId="urn:microsoft.com/office/officeart/2005/8/layout/hList1"/>
    <dgm:cxn modelId="{20EF3195-5965-449A-B815-CAC8D8F9AF86}" type="presParOf" srcId="{3CE27D83-3ACD-EF4F-B655-85FFC990D7F5}" destId="{17593CF1-AC4F-614E-9BE0-34083F4C393D}" srcOrd="2" destOrd="0" presId="urn:microsoft.com/office/officeart/2005/8/layout/hList1"/>
    <dgm:cxn modelId="{0043F209-C891-48E2-B65B-806FC4BADC6C}" type="presParOf" srcId="{17593CF1-AC4F-614E-9BE0-34083F4C393D}" destId="{2E6A92FF-B2E8-5548-82B4-28100DD020DA}" srcOrd="0" destOrd="0" presId="urn:microsoft.com/office/officeart/2005/8/layout/hList1"/>
    <dgm:cxn modelId="{304A661C-3A5F-40FF-B673-5E3211085F37}" type="presParOf" srcId="{17593CF1-AC4F-614E-9BE0-34083F4C393D}" destId="{7C62DEEC-EDF1-9D4C-84D7-019F74E2AC33}" srcOrd="1" destOrd="0" presId="urn:microsoft.com/office/officeart/2005/8/layout/hList1"/>
    <dgm:cxn modelId="{17746492-B145-479F-81B6-25640203A618}" type="presParOf" srcId="{3CE27D83-3ACD-EF4F-B655-85FFC990D7F5}" destId="{14F40899-8333-AF44-AA7C-3623A086AAD5}" srcOrd="3" destOrd="0" presId="urn:microsoft.com/office/officeart/2005/8/layout/hList1"/>
    <dgm:cxn modelId="{E356411B-CB7C-42E9-A78F-6155C0F57190}" type="presParOf" srcId="{3CE27D83-3ACD-EF4F-B655-85FFC990D7F5}" destId="{5CAE0CB2-A173-9849-B1C9-D0736EF63EE6}" srcOrd="4" destOrd="0" presId="urn:microsoft.com/office/officeart/2005/8/layout/hList1"/>
    <dgm:cxn modelId="{4FE0753C-5AC7-4E8B-94B1-C89E0B009F5E}" type="presParOf" srcId="{5CAE0CB2-A173-9849-B1C9-D0736EF63EE6}" destId="{1C197BF9-9538-4F4C-A9CE-67B945C2235C}" srcOrd="0" destOrd="0" presId="urn:microsoft.com/office/officeart/2005/8/layout/hList1"/>
    <dgm:cxn modelId="{C121D745-4A9C-410F-8F3D-804A70F506B3}" type="presParOf" srcId="{5CAE0CB2-A173-9849-B1C9-D0736EF63EE6}" destId="{EF90D106-2D0C-254C-BAE6-214C23A9B8B6}" srcOrd="1" destOrd="0" presId="urn:microsoft.com/office/officeart/2005/8/layout/hList1"/>
    <dgm:cxn modelId="{C918AF2D-D208-4828-8B5F-7ECF9224B8B6}" type="presParOf" srcId="{3CE27D83-3ACD-EF4F-B655-85FFC990D7F5}" destId="{DC910A20-CB63-CF45-A694-3BFBC4A49A99}" srcOrd="5" destOrd="0" presId="urn:microsoft.com/office/officeart/2005/8/layout/hList1"/>
    <dgm:cxn modelId="{AD0B5EF7-CA9B-4804-8952-1ACE40846D5F}" type="presParOf" srcId="{3CE27D83-3ACD-EF4F-B655-85FFC990D7F5}" destId="{E12A5BB7-9AC5-AE44-9801-3914F5E200D7}" srcOrd="6" destOrd="0" presId="urn:microsoft.com/office/officeart/2005/8/layout/hList1"/>
    <dgm:cxn modelId="{902CB852-3979-44AF-BB45-B537E7E8D3A4}" type="presParOf" srcId="{E12A5BB7-9AC5-AE44-9801-3914F5E200D7}" destId="{1AF1E8FA-CCDE-AF46-8869-949FBB9BE6F8}" srcOrd="0" destOrd="0" presId="urn:microsoft.com/office/officeart/2005/8/layout/hList1"/>
    <dgm:cxn modelId="{EE79887B-E9E1-4F95-9587-BF84EF5C61E7}" type="presParOf" srcId="{E12A5BB7-9AC5-AE44-9801-3914F5E200D7}" destId="{B77A70CC-BB32-9F48-B36A-D2D2BF5E785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673C17-3951-4030-9AB5-6CE79BF26705}">
      <dsp:nvSpPr>
        <dsp:cNvPr id="0" name=""/>
        <dsp:cNvSpPr/>
      </dsp:nvSpPr>
      <dsp:spPr>
        <a:xfrm>
          <a:off x="156295" y="747"/>
          <a:ext cx="1496318" cy="897791"/>
        </a:xfrm>
        <a:prstGeom prst="rect">
          <a:avLst/>
        </a:prstGeom>
        <a:solidFill>
          <a:schemeClr val="accent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Traditional Methods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SFS, VT, Chi2, LASSO</a:t>
          </a:r>
        </a:p>
      </dsp:txBody>
      <dsp:txXfrm>
        <a:off x="156295" y="747"/>
        <a:ext cx="1496318" cy="897791"/>
      </dsp:txXfrm>
    </dsp:sp>
    <dsp:sp modelId="{6ADC0756-711C-496A-9174-C24CC6E3D7E4}">
      <dsp:nvSpPr>
        <dsp:cNvPr id="0" name=""/>
        <dsp:cNvSpPr/>
      </dsp:nvSpPr>
      <dsp:spPr>
        <a:xfrm>
          <a:off x="1802245" y="747"/>
          <a:ext cx="1496318" cy="897791"/>
        </a:xfrm>
        <a:prstGeom prst="rect">
          <a:avLst/>
        </a:prstGeom>
        <a:solidFill>
          <a:schemeClr val="accent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Deep Learning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FNN, DAE, 1D-CNN, LSTM-Seq</a:t>
          </a:r>
        </a:p>
      </dsp:txBody>
      <dsp:txXfrm>
        <a:off x="1802245" y="747"/>
        <a:ext cx="1496318" cy="897791"/>
      </dsp:txXfrm>
    </dsp:sp>
    <dsp:sp modelId="{F8DA212A-BD49-4038-B613-D2E9C1E137A3}">
      <dsp:nvSpPr>
        <dsp:cNvPr id="0" name=""/>
        <dsp:cNvSpPr/>
      </dsp:nvSpPr>
      <dsp:spPr>
        <a:xfrm>
          <a:off x="156295" y="1048170"/>
          <a:ext cx="1496318" cy="897791"/>
        </a:xfrm>
        <a:prstGeom prst="rect">
          <a:avLst/>
        </a:prstGeom>
        <a:solidFill>
          <a:schemeClr val="accent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Clustering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KM, SC, GMM, HC</a:t>
          </a:r>
        </a:p>
      </dsp:txBody>
      <dsp:txXfrm>
        <a:off x="156295" y="1048170"/>
        <a:ext cx="1496318" cy="897791"/>
      </dsp:txXfrm>
    </dsp:sp>
    <dsp:sp modelId="{AD0B6DB5-F7BA-472F-8008-E34243574E14}">
      <dsp:nvSpPr>
        <dsp:cNvPr id="0" name=""/>
        <dsp:cNvSpPr/>
      </dsp:nvSpPr>
      <dsp:spPr>
        <a:xfrm>
          <a:off x="1802245" y="1048170"/>
          <a:ext cx="1496318" cy="897791"/>
        </a:xfrm>
        <a:prstGeom prst="rect">
          <a:avLst/>
        </a:prstGeom>
        <a:solidFill>
          <a:schemeClr val="accent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Classifiers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KNN, Random Forest, LR, SVM</a:t>
          </a:r>
        </a:p>
      </dsp:txBody>
      <dsp:txXfrm>
        <a:off x="1802245" y="1048170"/>
        <a:ext cx="1496318" cy="8977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3009AF-14EA-42BB-9A0E-0E5F93E13217}">
      <dsp:nvSpPr>
        <dsp:cNvPr id="0" name=""/>
        <dsp:cNvSpPr/>
      </dsp:nvSpPr>
      <dsp:spPr>
        <a:xfrm>
          <a:off x="0" y="251288"/>
          <a:ext cx="2437881" cy="8845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ea typeface="+mn-ea"/>
              <a:cs typeface="+mn-cs"/>
            </a:rPr>
            <a:t>👤 </a:t>
          </a:r>
          <a:r>
            <a:rPr lang="en-US" sz="2100" i="1" kern="1200">
              <a:ea typeface="+mn-ea"/>
              <a:cs typeface="+mn-cs"/>
            </a:rPr>
            <a:t>1,209 Samples (Patients)</a:t>
          </a:r>
          <a:endParaRPr lang="en-US" sz="2100" kern="1200">
            <a:ea typeface="+mn-ea"/>
            <a:cs typeface="+mn-cs"/>
          </a:endParaRPr>
        </a:p>
      </dsp:txBody>
      <dsp:txXfrm>
        <a:off x="43179" y="294467"/>
        <a:ext cx="2351523" cy="798161"/>
      </dsp:txXfrm>
    </dsp:sp>
    <dsp:sp modelId="{FCD98FFA-13DD-4BC8-A309-DA2181D96FD6}">
      <dsp:nvSpPr>
        <dsp:cNvPr id="0" name=""/>
        <dsp:cNvSpPr/>
      </dsp:nvSpPr>
      <dsp:spPr>
        <a:xfrm>
          <a:off x="0" y="1196288"/>
          <a:ext cx="2437881" cy="8845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ea typeface="+mn-ea"/>
              <a:cs typeface="+mn-cs"/>
            </a:rPr>
            <a:t>🧬 </a:t>
          </a:r>
          <a:r>
            <a:rPr lang="en-US" sz="2100" i="1" kern="1200">
              <a:ea typeface="+mn-ea"/>
              <a:cs typeface="+mn-cs"/>
            </a:rPr>
            <a:t>1,881 miRNAs (Features)</a:t>
          </a:r>
          <a:endParaRPr lang="en-US" sz="2100" kern="1200">
            <a:ea typeface="+mn-ea"/>
            <a:cs typeface="+mn-cs"/>
          </a:endParaRPr>
        </a:p>
      </dsp:txBody>
      <dsp:txXfrm>
        <a:off x="43179" y="1239467"/>
        <a:ext cx="2351523" cy="79816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346B31-A8C4-4E87-A079-4069DDFD2F90}">
      <dsp:nvSpPr>
        <dsp:cNvPr id="0" name=""/>
        <dsp:cNvSpPr/>
      </dsp:nvSpPr>
      <dsp:spPr>
        <a:xfrm>
          <a:off x="3905" y="159506"/>
          <a:ext cx="2348350" cy="9393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Classification with Selected Features</a:t>
          </a:r>
          <a:endParaRPr lang="en-US" sz="2000" kern="1200"/>
        </a:p>
      </dsp:txBody>
      <dsp:txXfrm>
        <a:off x="3905" y="159506"/>
        <a:ext cx="2348350" cy="939340"/>
      </dsp:txXfrm>
    </dsp:sp>
    <dsp:sp modelId="{B8B3021F-70ED-45CC-865A-B4EB2C072139}">
      <dsp:nvSpPr>
        <dsp:cNvPr id="0" name=""/>
        <dsp:cNvSpPr/>
      </dsp:nvSpPr>
      <dsp:spPr>
        <a:xfrm>
          <a:off x="3905" y="1098846"/>
          <a:ext cx="2348350" cy="28108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Use each overlap list as input for classifiers: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1600" b="0" kern="1200"/>
            <a:t>KNN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1600" b="0" kern="1200"/>
            <a:t>Random Forest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1600" b="0" kern="1200"/>
            <a:t>Logistic Regression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1600" b="0" kern="1200"/>
            <a:t>SVM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Report classification accuracy and performance metrics.</a:t>
          </a:r>
        </a:p>
      </dsp:txBody>
      <dsp:txXfrm>
        <a:off x="3905" y="1098846"/>
        <a:ext cx="2348350" cy="2810880"/>
      </dsp:txXfrm>
    </dsp:sp>
    <dsp:sp modelId="{2E6A92FF-B2E8-5548-82B4-28100DD020DA}">
      <dsp:nvSpPr>
        <dsp:cNvPr id="0" name=""/>
        <dsp:cNvSpPr/>
      </dsp:nvSpPr>
      <dsp:spPr>
        <a:xfrm>
          <a:off x="2681024" y="159506"/>
          <a:ext cx="2348350" cy="9393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Evaluation &amp; Discussion</a:t>
          </a:r>
          <a:endParaRPr lang="en-US" sz="2000" kern="1200"/>
        </a:p>
      </dsp:txBody>
      <dsp:txXfrm>
        <a:off x="2681024" y="159506"/>
        <a:ext cx="2348350" cy="939340"/>
      </dsp:txXfrm>
    </dsp:sp>
    <dsp:sp modelId="{7C62DEEC-EDF1-9D4C-84D7-019F74E2AC33}">
      <dsp:nvSpPr>
        <dsp:cNvPr id="0" name=""/>
        <dsp:cNvSpPr/>
      </dsp:nvSpPr>
      <dsp:spPr>
        <a:xfrm>
          <a:off x="2681024" y="1098846"/>
          <a:ext cx="2348350" cy="28108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Compare results from traditional, deep learning, and  clustering methods.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Highlight consensus biomarkers and potential biological relevance.</a:t>
          </a:r>
        </a:p>
      </dsp:txBody>
      <dsp:txXfrm>
        <a:off x="2681024" y="1098846"/>
        <a:ext cx="2348350" cy="2810880"/>
      </dsp:txXfrm>
    </dsp:sp>
    <dsp:sp modelId="{1C197BF9-9538-4F4C-A9CE-67B945C2235C}">
      <dsp:nvSpPr>
        <dsp:cNvPr id="0" name=""/>
        <dsp:cNvSpPr/>
      </dsp:nvSpPr>
      <dsp:spPr>
        <a:xfrm>
          <a:off x="5358144" y="159506"/>
          <a:ext cx="2348350" cy="9393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Report</a:t>
          </a:r>
        </a:p>
      </dsp:txBody>
      <dsp:txXfrm>
        <a:off x="5358144" y="159506"/>
        <a:ext cx="2348350" cy="939340"/>
      </dsp:txXfrm>
    </dsp:sp>
    <dsp:sp modelId="{EF90D106-2D0C-254C-BAE6-214C23A9B8B6}">
      <dsp:nvSpPr>
        <dsp:cNvPr id="0" name=""/>
        <dsp:cNvSpPr/>
      </dsp:nvSpPr>
      <dsp:spPr>
        <a:xfrm>
          <a:off x="5358144" y="1098846"/>
          <a:ext cx="2348350" cy="28108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Write a structured report covering dataset, preprocessing, feature selection, overlaps, classification, and literature review.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Summarize results.</a:t>
          </a:r>
        </a:p>
      </dsp:txBody>
      <dsp:txXfrm>
        <a:off x="5358144" y="1098846"/>
        <a:ext cx="2348350" cy="2810880"/>
      </dsp:txXfrm>
    </dsp:sp>
    <dsp:sp modelId="{1AF1E8FA-CCDE-AF46-8869-949FBB9BE6F8}">
      <dsp:nvSpPr>
        <dsp:cNvPr id="0" name=""/>
        <dsp:cNvSpPr/>
      </dsp:nvSpPr>
      <dsp:spPr>
        <a:xfrm>
          <a:off x="8035263" y="159506"/>
          <a:ext cx="2348350" cy="9393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Program</a:t>
          </a:r>
        </a:p>
      </dsp:txBody>
      <dsp:txXfrm>
        <a:off x="8035263" y="159506"/>
        <a:ext cx="2348350" cy="939340"/>
      </dsp:txXfrm>
    </dsp:sp>
    <dsp:sp modelId="{B77A70CC-BB32-9F48-B36A-D2D2BF5E785F}">
      <dsp:nvSpPr>
        <dsp:cNvPr id="0" name=""/>
        <dsp:cNvSpPr/>
      </dsp:nvSpPr>
      <dsp:spPr>
        <a:xfrm>
          <a:off x="8035263" y="1098846"/>
          <a:ext cx="2348350" cy="28108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Provide well-documented code and outputs.</a:t>
          </a:r>
        </a:p>
      </dsp:txBody>
      <dsp:txXfrm>
        <a:off x="8035263" y="1098846"/>
        <a:ext cx="2348350" cy="28108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757580-8019-4B9C-902E-AABF1198AA8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A59C4-17F3-444C-912A-8498288AD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92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2033C-7D2D-672D-A5C1-F4B7CF642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177BEE-C88D-84FD-6B66-A3FECC7D81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CED7BB-02D9-BE31-345A-BADB3142C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83D25-40F2-49BD-A232-9B5EC2BB77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72E59E-763E-4EE2-A6D5-88B824EA382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134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18899-642B-929D-4EE3-0403E15B9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EC286B-4C9E-6571-D1CF-3633D4EF1E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495A0-298C-24CF-7948-D4B820B84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3ECFD-BA95-AAC0-0593-33FE3BC56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E568C-230C-1195-092E-DAE7F8BFE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60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EBD50-E71F-59F1-EFDA-B7B70363F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D02A0-38F6-0DD9-C05E-30A83DEDB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D62E7-6D04-1744-0AA6-8C1F9139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009B9-39F7-C241-A27F-1077B697F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33871-30C3-3A48-A75E-A94B5974D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851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5ABA0-1E34-6039-E024-6CE2EC41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FF821-9325-6560-2AB1-61F9ADEC0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B5BE6-9ED2-8307-9FCB-FDC5EA221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FF56E-F5DB-E51D-9105-BC2A4F741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7959A-C571-A9FC-4425-2E00DB4BE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774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76365-6B18-1D11-4BE3-FA83F761A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87E5F-A313-4E28-9B0E-D86FD03009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8740A5-2E63-7DA4-E578-E2CE026D8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AC3747-83EB-324C-A9F8-32769EEB5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0101B0-DE0D-04B6-F4A0-2707F2716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C1146B-D543-C0F3-713C-EC1F14664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82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64E71-464B-8ABD-4DC9-C8EA9503B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E5EF4-7F2B-2D50-BDF2-555A21901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41EF43-162F-3848-E536-E09C9D4846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D438BF-F107-92AD-2CEE-91CF2D0893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7DAF92-B43D-380D-97CB-9D3E3BF185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C972F3-3E7F-5848-2A9D-0BA3C7D4E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121213-4482-398C-9B10-90C39AC77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8C3B07-A88A-BF78-E55A-961E62E6A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04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BA62B-960B-B25B-5D48-7D5B34999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DA0291-EFCB-4114-0E32-70B7DAC79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577A7C-7D87-DF7A-D18C-07B43C3EC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F463A-8D32-BB11-019F-CA2008CB0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882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82897F-E91F-AE55-FB48-7A02EBA46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7B6FC-CC83-F6FF-1D64-3384A0625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22621-576B-ECC9-6422-444B9E4A0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892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48041-F8B0-0A6C-3668-12BE700B2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32C6A-82B0-AD4A-0E28-D47CE1749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D895FE-A13E-B456-561F-EE139AB825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0CA26-6185-A94C-F1B2-0BA51A5F2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A3DB8-3FBC-7CF8-C92F-26CA0197D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69B106-FFBA-AE59-431E-1C04ACFEC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019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8EACA-8F5E-AD66-7634-CE3621552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3A534C-A898-1B69-936A-B790D5A587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7F6D2-B10A-0BB5-2CC6-847C014C1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269FC9-D336-8E51-7CBC-3649ACCE7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619698-5B6D-EBF7-7146-359A17DBF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0D2B4D-3C31-7172-4583-6A58D9EE3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821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4350F-707D-1F42-C1B6-96B810467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2B5C1E-3D0C-1430-95A8-A69B5E39A0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0A175-95E7-F755-AAC1-6644F662B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FAC24-93C6-F66C-B04E-A10D1BD69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24FE7-D0EC-C426-566D-BA1F7D1DF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44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D6BD5A-A9E3-26BF-FDC6-FEA5F7EB90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9F4428-E7E9-71C8-AEFF-181F3290E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35B0A-7F50-92C0-7938-29D9FE4CF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E5957-8370-A099-A4CD-B6B987E17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0F8A4-586C-7202-6E95-A04CCC149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454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10/14/2025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89395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10/14/2025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83105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10/14/2025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47592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10/14/2025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83105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10/14/2025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1880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10/14/2025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83105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10/14/2025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47592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10/14/2025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83105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10/14/2025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52116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10/14/2025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83105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10/14/2025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47592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10/14/2025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83105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10/14/2025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1880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10/14/2025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83105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10/14/2025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47592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10/14/2025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83105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99B498-AAEA-C228-2878-24FD0F674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CE09F-1B99-E3A6-9978-BA1AE04D1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03996-0D76-221D-22FE-3A640C6AB5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A1528-EE22-B565-862F-11540180C3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E7AC3-CF20-72EE-7901-A3FDE3612C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446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02" r:id="rId1"/>
    <p:sldLayoutId id="2147484503" r:id="rId2"/>
    <p:sldLayoutId id="2147484504" r:id="rId3"/>
    <p:sldLayoutId id="2147484505" r:id="rId4"/>
    <p:sldLayoutId id="2147484506" r:id="rId5"/>
    <p:sldLayoutId id="2147484507" r:id="rId6"/>
    <p:sldLayoutId id="2147484508" r:id="rId7"/>
    <p:sldLayoutId id="2147484509" r:id="rId8"/>
    <p:sldLayoutId id="2147484510" r:id="rId9"/>
    <p:sldLayoutId id="2147484511" r:id="rId10"/>
    <p:sldLayoutId id="2147484512" r:id="rId11"/>
    <p:sldLayoutId id="2147484513" r:id="rId12"/>
    <p:sldLayoutId id="2147483692" r:id="rId13"/>
    <p:sldLayoutId id="2147483922" r:id="rId14"/>
    <p:sldLayoutId id="2147483732" r:id="rId15"/>
    <p:sldLayoutId id="2147484182" r:id="rId16"/>
    <p:sldLayoutId id="2147484116" r:id="rId17"/>
    <p:sldLayoutId id="2147484117" r:id="rId18"/>
    <p:sldLayoutId id="2147484118" r:id="rId19"/>
    <p:sldLayoutId id="2147484500" r:id="rId20"/>
    <p:sldLayoutId id="2147484456" r:id="rId21"/>
    <p:sldLayoutId id="2147484457" r:id="rId22"/>
    <p:sldLayoutId id="2147484458" r:id="rId23"/>
    <p:sldLayoutId id="2147484459" r:id="rId24"/>
    <p:sldLayoutId id="2147484460" r:id="rId25"/>
    <p:sldLayoutId id="2147484461" r:id="rId26"/>
    <p:sldLayoutId id="2147484462" r:id="rId2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barovilla2021@fau.edu" TargetMode="External"/><Relationship Id="rId2" Type="http://schemas.openxmlformats.org/officeDocument/2006/relationships/hyperlink" Target="mailto:jadegboyo2023@fau.edu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hyperlink" Target="mailto:bparker2012@fau.edu" TargetMode="External"/><Relationship Id="rId4" Type="http://schemas.openxmlformats.org/officeDocument/2006/relationships/hyperlink" Target="mailto:ncampos2022@fau.edu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6F0DE-C48F-4911-F606-502716008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123" y="-1231797"/>
            <a:ext cx="5777442" cy="3960876"/>
          </a:xfrm>
        </p:spPr>
        <p:txBody>
          <a:bodyPr/>
          <a:lstStyle/>
          <a:p>
            <a:r>
              <a:rPr lang="en-US" altLang="zh-CN"/>
              <a:t>Florida Atlantic University</a:t>
            </a:r>
            <a:endParaRPr lang="zh-CN" altLang="en-US"/>
          </a:p>
        </p:txBody>
      </p:sp>
      <p:sp>
        <p:nvSpPr>
          <p:cNvPr id="3" name="Subetitle 2">
            <a:extLst>
              <a:ext uri="{FF2B5EF4-FFF2-40B4-BE49-F238E27FC236}">
                <a16:creationId xmlns:a16="http://schemas.microsoft.com/office/drawing/2014/main" id="{DA09D1C4-F071-7D9B-6EDA-5FA84A2098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123" y="2989259"/>
            <a:ext cx="5779314" cy="1174224"/>
          </a:xfrm>
        </p:spPr>
        <p:txBody>
          <a:bodyPr/>
          <a:lstStyle/>
          <a:p>
            <a:r>
              <a:rPr lang="en-US" b="1"/>
              <a:t>Project Title: </a:t>
            </a:r>
            <a:r>
              <a:rPr lang="en-US"/>
              <a:t>Breast Cancer Stage Classification with miRNA </a:t>
            </a:r>
            <a:endParaRPr lang="zh-CN" altLang="zh-C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DE92664-4FDE-648E-1FAC-72385D3AA01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578" y="4423663"/>
            <a:ext cx="5198047" cy="1826860"/>
          </a:xfrm>
        </p:spPr>
        <p:txBody>
          <a:bodyPr/>
          <a:lstStyle/>
          <a:p>
            <a:pPr fontAlgn="base">
              <a:lnSpc>
                <a:spcPct val="100000"/>
              </a:lnSpc>
            </a:pPr>
            <a:r>
              <a:rPr lang="en-US" sz="1600" b="1"/>
              <a:t>Project Members: </a:t>
            </a:r>
            <a:r>
              <a:rPr lang="en-US" sz="1600"/>
              <a:t>Group #44</a:t>
            </a:r>
          </a:p>
          <a:p>
            <a:pPr fontAlgn="base">
              <a:lnSpc>
                <a:spcPct val="100000"/>
              </a:lnSpc>
            </a:pPr>
            <a:r>
              <a:rPr lang="en-US" sz="1600"/>
              <a:t>Joshua Adegboyo: </a:t>
            </a:r>
            <a:r>
              <a:rPr lang="en-US" sz="1600" u="sng">
                <a:hlinkClick r:id="rId2"/>
              </a:rPr>
              <a:t>jadegboyo2023@fau.edu</a:t>
            </a:r>
            <a:r>
              <a:rPr lang="en-US" sz="1600"/>
              <a:t> </a:t>
            </a:r>
          </a:p>
          <a:p>
            <a:pPr fontAlgn="base">
              <a:lnSpc>
                <a:spcPct val="100000"/>
              </a:lnSpc>
            </a:pPr>
            <a:r>
              <a:rPr lang="en-US" sz="1600"/>
              <a:t>Anika Baro Villa: </a:t>
            </a:r>
            <a:r>
              <a:rPr lang="en-US" sz="1600" u="sng">
                <a:hlinkClick r:id="rId3"/>
              </a:rPr>
              <a:t>abarovilla2021@fau.edu</a:t>
            </a:r>
            <a:r>
              <a:rPr lang="en-US" sz="1600"/>
              <a:t> </a:t>
            </a:r>
          </a:p>
          <a:p>
            <a:pPr fontAlgn="base">
              <a:lnSpc>
                <a:spcPct val="100000"/>
              </a:lnSpc>
            </a:pPr>
            <a:r>
              <a:rPr lang="en-US" sz="1600"/>
              <a:t>Nicholas Campos: </a:t>
            </a:r>
            <a:r>
              <a:rPr lang="en-US" sz="1600" u="sng">
                <a:hlinkClick r:id="rId4"/>
              </a:rPr>
              <a:t>ncampos2022@fau.edu</a:t>
            </a:r>
            <a:r>
              <a:rPr lang="en-US" sz="1600"/>
              <a:t> </a:t>
            </a:r>
          </a:p>
          <a:p>
            <a:pPr fontAlgn="base">
              <a:lnSpc>
                <a:spcPct val="100000"/>
              </a:lnSpc>
            </a:pPr>
            <a:r>
              <a:rPr lang="en-US" sz="1600"/>
              <a:t>Brehon Parker: </a:t>
            </a:r>
            <a:r>
              <a:rPr lang="en-US" sz="1600" u="sng">
                <a:hlinkClick r:id="rId5"/>
              </a:rPr>
              <a:t>bparker2012@fau.edu</a:t>
            </a:r>
            <a:r>
              <a:rPr lang="en-US" sz="1600"/>
              <a:t> </a:t>
            </a:r>
          </a:p>
          <a:p>
            <a:endParaRPr lang="en-US" sz="1050"/>
          </a:p>
        </p:txBody>
      </p:sp>
      <p:pic>
        <p:nvPicPr>
          <p:cNvPr id="1028" name="Picture 4" descr="Florida Atlantic University Owl Head logo">
            <a:extLst>
              <a:ext uri="{FF2B5EF4-FFF2-40B4-BE49-F238E27FC236}">
                <a16:creationId xmlns:a16="http://schemas.microsoft.com/office/drawing/2014/main" id="{0A341F6F-A5A8-17F2-D054-AFDB4DCAD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8920" y="1202569"/>
            <a:ext cx="5022282" cy="288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9216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13BCA8A-30C0-2128-EEE3-3CE293EBA36F}"/>
              </a:ext>
            </a:extLst>
          </p:cNvPr>
          <p:cNvSpPr txBox="1">
            <a:spLocks/>
          </p:cNvSpPr>
          <p:nvPr/>
        </p:nvSpPr>
        <p:spPr>
          <a:xfrm>
            <a:off x="975322" y="1758586"/>
            <a:ext cx="3286782" cy="5996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600">
                <a:solidFill>
                  <a:srgbClr val="093C69"/>
                </a:solidFill>
              </a:rPr>
              <a:t>Objective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0EFC189-2B22-6133-A1EA-DC0FA61A2088}"/>
              </a:ext>
            </a:extLst>
          </p:cNvPr>
          <p:cNvSpPr txBox="1">
            <a:spLocks/>
          </p:cNvSpPr>
          <p:nvPr/>
        </p:nvSpPr>
        <p:spPr>
          <a:xfrm>
            <a:off x="586723" y="470003"/>
            <a:ext cx="6254344" cy="79999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Objective and Approach</a:t>
            </a:r>
            <a:endParaRPr lang="zh-CN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F1D6BF7-9C00-5F0B-CFEB-AC2A90C1AA9E}"/>
              </a:ext>
            </a:extLst>
          </p:cNvPr>
          <p:cNvSpPr txBox="1">
            <a:spLocks/>
          </p:cNvSpPr>
          <p:nvPr/>
        </p:nvSpPr>
        <p:spPr>
          <a:xfrm>
            <a:off x="557481" y="3220066"/>
            <a:ext cx="5774319" cy="9734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600">
                <a:solidFill>
                  <a:srgbClr val="093C69"/>
                </a:solidFill>
              </a:rPr>
              <a:t>Goal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600" b="0"/>
              <a:t>Compare feature selection from traditional ML, deep learning, and clustering to identify which yields the most accurate miRNA-based breast cancer stage classification (Stage I–IV))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37D4CDD-78B6-161C-F118-209E67C110A0}"/>
              </a:ext>
            </a:extLst>
          </p:cNvPr>
          <p:cNvSpPr txBox="1">
            <a:spLocks/>
          </p:cNvSpPr>
          <p:nvPr/>
        </p:nvSpPr>
        <p:spPr>
          <a:xfrm>
            <a:off x="557481" y="4304616"/>
            <a:ext cx="5509277" cy="164687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600" dirty="0">
                <a:solidFill>
                  <a:srgbClr val="093C69"/>
                </a:solidFill>
              </a:rPr>
              <a:t>Innovation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0" dirty="0"/>
              <a:t>Rigorous methodology preventing data leakage through strict 70/15/15 data isolation protocol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0" dirty="0"/>
              <a:t>Systematic comparison of feature selection methods to reveal the most effective approach for stage classification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03EB49C-7611-60D9-DAD2-11AF11D6C53D}"/>
              </a:ext>
            </a:extLst>
          </p:cNvPr>
          <p:cNvSpPr txBox="1">
            <a:spLocks/>
          </p:cNvSpPr>
          <p:nvPr/>
        </p:nvSpPr>
        <p:spPr>
          <a:xfrm>
            <a:off x="557481" y="2354356"/>
            <a:ext cx="5480045" cy="9734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600" dirty="0">
                <a:solidFill>
                  <a:srgbClr val="093C69"/>
                </a:solidFill>
              </a:rPr>
              <a:t>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0" dirty="0"/>
              <a:t>Breast cancer staging requires more accurate and timely diagnostic methods</a:t>
            </a:r>
            <a:endParaRPr lang="zh-CN" altLang="en-US" sz="1600" b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D25067-C646-CE25-5093-E9A42BA5228A}"/>
              </a:ext>
            </a:extLst>
          </p:cNvPr>
          <p:cNvSpPr txBox="1"/>
          <p:nvPr/>
        </p:nvSpPr>
        <p:spPr>
          <a:xfrm>
            <a:off x="557481" y="1845941"/>
            <a:ext cx="575733" cy="1218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>
                <a:solidFill>
                  <a:srgbClr val="FF6B9D"/>
                </a:solidFill>
                <a:effectLst/>
                <a:latin typeface="Inter"/>
              </a:rPr>
              <a:t>🎯</a:t>
            </a:r>
          </a:p>
          <a:p>
            <a:pPr>
              <a:buNone/>
            </a:pPr>
            <a:br>
              <a:rPr lang="en-US"/>
            </a:br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93015AE-BB55-EDD0-4899-FC6B3F131F55}"/>
              </a:ext>
            </a:extLst>
          </p:cNvPr>
          <p:cNvSpPr txBox="1">
            <a:spLocks/>
          </p:cNvSpPr>
          <p:nvPr/>
        </p:nvSpPr>
        <p:spPr>
          <a:xfrm>
            <a:off x="7036528" y="1758586"/>
            <a:ext cx="3286782" cy="5996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600" dirty="0">
                <a:solidFill>
                  <a:srgbClr val="093C69"/>
                </a:solidFill>
              </a:rPr>
              <a:t>Approach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DEB388-0152-A8A6-F7A8-BC2267C60BC3}"/>
              </a:ext>
            </a:extLst>
          </p:cNvPr>
          <p:cNvSpPr txBox="1"/>
          <p:nvPr/>
        </p:nvSpPr>
        <p:spPr>
          <a:xfrm>
            <a:off x="6652553" y="1845941"/>
            <a:ext cx="508000" cy="36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>
                <a:solidFill>
                  <a:srgbClr val="FF6B9D"/>
                </a:solidFill>
                <a:effectLst/>
                <a:latin typeface="Inter"/>
              </a:rPr>
              <a:t>⚙️</a:t>
            </a:r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B39F0D0C-E77C-A06A-2C59-05D2A1ACFCA5}"/>
              </a:ext>
            </a:extLst>
          </p:cNvPr>
          <p:cNvSpPr txBox="1">
            <a:spLocks/>
          </p:cNvSpPr>
          <p:nvPr/>
        </p:nvSpPr>
        <p:spPr>
          <a:xfrm>
            <a:off x="6776578" y="2358278"/>
            <a:ext cx="5128276" cy="9734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600">
                <a:solidFill>
                  <a:srgbClr val="093C69"/>
                </a:solidFill>
              </a:rPr>
              <a:t>Data 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/>
              <a:t>1,881 miRNAs from TCGA breast cancer dataset with clinical staging</a:t>
            </a:r>
            <a:endParaRPr lang="zh-CN" altLang="en-US" sz="1600" b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CFADB5EC-838E-7615-76C0-0E4038FC2062}"/>
              </a:ext>
            </a:extLst>
          </p:cNvPr>
          <p:cNvSpPr txBox="1">
            <a:spLocks/>
          </p:cNvSpPr>
          <p:nvPr/>
        </p:nvSpPr>
        <p:spPr>
          <a:xfrm>
            <a:off x="6776578" y="3222694"/>
            <a:ext cx="2218266" cy="50469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600">
                <a:solidFill>
                  <a:srgbClr val="093C69"/>
                </a:solidFill>
              </a:rPr>
              <a:t>Pipeline Components</a:t>
            </a:r>
          </a:p>
        </p:txBody>
      </p: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1ACA97D3-3D75-3A64-CFF7-69DEA6AF456F}"/>
              </a:ext>
            </a:extLst>
          </p:cNvPr>
          <p:cNvGraphicFramePr/>
          <p:nvPr/>
        </p:nvGraphicFramePr>
        <p:xfrm>
          <a:off x="6868450" y="3632824"/>
          <a:ext cx="3454860" cy="19467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2347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2A596-820D-D616-57C4-9C9E04F81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: Diagonal Corners Rounded 55">
            <a:extLst>
              <a:ext uri="{FF2B5EF4-FFF2-40B4-BE49-F238E27FC236}">
                <a16:creationId xmlns:a16="http://schemas.microsoft.com/office/drawing/2014/main" id="{394FE343-1D99-9C51-65F0-6DDD76D08AC9}"/>
              </a:ext>
            </a:extLst>
          </p:cNvPr>
          <p:cNvSpPr/>
          <p:nvPr/>
        </p:nvSpPr>
        <p:spPr>
          <a:xfrm rot="16200000">
            <a:off x="1837830" y="2529846"/>
            <a:ext cx="3368116" cy="2097519"/>
          </a:xfrm>
          <a:prstGeom prst="round2DiagRect">
            <a:avLst/>
          </a:prstGeom>
          <a:solidFill>
            <a:schemeClr val="accent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7EDAF9B-39F4-CC78-4F9D-97D71D881C6F}"/>
              </a:ext>
            </a:extLst>
          </p:cNvPr>
          <p:cNvSpPr/>
          <p:nvPr/>
        </p:nvSpPr>
        <p:spPr>
          <a:xfrm>
            <a:off x="652282" y="1908929"/>
            <a:ext cx="1390143" cy="65917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0"/>
            </a:pPr>
            <a:r>
              <a:rPr sz="1400" b="1" dirty="0">
                <a:solidFill>
                  <a:schemeClr val="tx1"/>
                </a:solidFill>
              </a:rPr>
              <a:t>Input Data</a:t>
            </a:r>
            <a:endParaRPr lang="en-US" sz="1400" b="1" dirty="0">
              <a:solidFill>
                <a:schemeClr val="tx1"/>
              </a:solidFill>
            </a:endParaRPr>
          </a:p>
          <a:p>
            <a:pPr>
              <a:defRPr sz="2000" b="0"/>
            </a:pPr>
            <a:r>
              <a:rPr lang="en-US" sz="1200" dirty="0">
                <a:solidFill>
                  <a:schemeClr val="tx1"/>
                </a:solidFill>
              </a:rPr>
              <a:t>(1,881 miRNAs)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E2C9585-7CD0-4A1D-03F9-27DA0F1E333B}"/>
              </a:ext>
            </a:extLst>
          </p:cNvPr>
          <p:cNvSpPr/>
          <p:nvPr/>
        </p:nvSpPr>
        <p:spPr>
          <a:xfrm rot="5400000">
            <a:off x="1170338" y="2692207"/>
            <a:ext cx="391816" cy="201971"/>
          </a:xfrm>
          <a:prstGeom prst="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9EE8EE5-FDD1-2F25-9C62-7B27F0426147}"/>
              </a:ext>
            </a:extLst>
          </p:cNvPr>
          <p:cNvSpPr/>
          <p:nvPr/>
        </p:nvSpPr>
        <p:spPr>
          <a:xfrm>
            <a:off x="2614727" y="2018336"/>
            <a:ext cx="1729364" cy="32135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0"/>
            </a:pPr>
            <a:r>
              <a:rPr lang="en-US" sz="1400" b="1">
                <a:solidFill>
                  <a:schemeClr val="tx1"/>
                </a:solidFill>
              </a:rPr>
              <a:t>Feature Selection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3BA1FEA-9819-074E-B376-343EC26A1B68}"/>
              </a:ext>
            </a:extLst>
          </p:cNvPr>
          <p:cNvSpPr/>
          <p:nvPr/>
        </p:nvSpPr>
        <p:spPr>
          <a:xfrm>
            <a:off x="4965010" y="2984709"/>
            <a:ext cx="939995" cy="65917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0"/>
            </a:pPr>
            <a:r>
              <a:rPr lang="en-US" sz="1300" b="1">
                <a:solidFill>
                  <a:schemeClr val="tx1"/>
                </a:solidFill>
              </a:rPr>
              <a:t>Selected</a:t>
            </a:r>
          </a:p>
          <a:p>
            <a:pPr algn="ctr">
              <a:defRPr sz="2000" b="0"/>
            </a:pPr>
            <a:r>
              <a:rPr lang="en-US" sz="1300" b="1">
                <a:solidFill>
                  <a:schemeClr val="tx1"/>
                </a:solidFill>
              </a:rPr>
              <a:t>miRNAs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9C13E69-88F0-12B4-5F0D-E97092D91A55}"/>
              </a:ext>
            </a:extLst>
          </p:cNvPr>
          <p:cNvSpPr/>
          <p:nvPr/>
        </p:nvSpPr>
        <p:spPr>
          <a:xfrm>
            <a:off x="652282" y="2984709"/>
            <a:ext cx="1390143" cy="65917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0"/>
            </a:pPr>
            <a:r>
              <a:rPr lang="en-US" sz="1300" b="1">
                <a:solidFill>
                  <a:schemeClr val="tx1"/>
                </a:solidFill>
              </a:rPr>
              <a:t>Data Preprocessing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11ED46A-491A-72D7-F85C-D4BDB742E38B}"/>
              </a:ext>
            </a:extLst>
          </p:cNvPr>
          <p:cNvSpPr/>
          <p:nvPr/>
        </p:nvSpPr>
        <p:spPr>
          <a:xfrm>
            <a:off x="2676768" y="3363098"/>
            <a:ext cx="1605282" cy="80777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0"/>
            </a:pPr>
            <a:endParaRPr lang="en-US" sz="1200" b="1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defRPr sz="2000" b="0"/>
            </a:pPr>
            <a:r>
              <a:rPr lang="en-US" sz="1200" b="1">
                <a:solidFill>
                  <a:schemeClr val="tx1"/>
                </a:solidFill>
              </a:rPr>
              <a:t>Deep Learning</a:t>
            </a:r>
            <a:endParaRPr lang="en-US" sz="1200">
              <a:solidFill>
                <a:schemeClr val="tx1"/>
              </a:solidFill>
            </a:endParaRPr>
          </a:p>
          <a:p>
            <a:pPr algn="ctr">
              <a:defRPr sz="2000" b="0"/>
            </a:pPr>
            <a:r>
              <a:rPr lang="en-US" sz="1200">
                <a:solidFill>
                  <a:schemeClr val="tx1"/>
                </a:solidFill>
              </a:rPr>
              <a:t>FNN, DAE,</a:t>
            </a:r>
          </a:p>
          <a:p>
            <a:pPr algn="ctr">
              <a:defRPr sz="2000" b="0"/>
            </a:pPr>
            <a:r>
              <a:rPr lang="en-US" sz="1200">
                <a:solidFill>
                  <a:schemeClr val="tx1"/>
                </a:solidFill>
              </a:rPr>
              <a:t>1D-CNN, LSTM-Seq</a:t>
            </a:r>
          </a:p>
          <a:p>
            <a:pPr algn="ctr">
              <a:defRPr sz="2000" b="0"/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7ED5C84-AC1E-5F40-4C30-766DAE2A5A4F}"/>
              </a:ext>
            </a:extLst>
          </p:cNvPr>
          <p:cNvSpPr/>
          <p:nvPr/>
        </p:nvSpPr>
        <p:spPr>
          <a:xfrm>
            <a:off x="2676768" y="2448944"/>
            <a:ext cx="1605282" cy="80777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 sz="2000" b="0"/>
            </a:pPr>
            <a:r>
              <a:rPr lang="en-US" sz="1200" b="1" dirty="0">
                <a:solidFill>
                  <a:schemeClr val="tx1"/>
                </a:solidFill>
              </a:rPr>
              <a:t>Traditional</a:t>
            </a:r>
          </a:p>
          <a:p>
            <a:pPr algn="ctr">
              <a:defRPr sz="2000" b="0"/>
            </a:pPr>
            <a:r>
              <a:rPr lang="en-US" sz="1200" dirty="0">
                <a:solidFill>
                  <a:schemeClr val="tx1"/>
                </a:solidFill>
              </a:rPr>
              <a:t>SFS, VT, Chi2, LASSO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90F2CBB-0684-C12A-215F-03A0C3CA2778}"/>
              </a:ext>
            </a:extLst>
          </p:cNvPr>
          <p:cNvSpPr/>
          <p:nvPr/>
        </p:nvSpPr>
        <p:spPr>
          <a:xfrm>
            <a:off x="2670985" y="4277252"/>
            <a:ext cx="1605282" cy="80777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0"/>
            </a:pPr>
            <a:endParaRPr lang="en-US" sz="1200" b="1">
              <a:solidFill>
                <a:schemeClr val="tx1"/>
              </a:solidFill>
            </a:endParaRPr>
          </a:p>
          <a:p>
            <a:pPr algn="ctr">
              <a:defRPr sz="2000" b="0"/>
            </a:pPr>
            <a:endParaRPr lang="en-US" sz="1200" b="1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defRPr sz="2000" b="0"/>
            </a:pPr>
            <a:r>
              <a:rPr lang="en-US" sz="1200" b="1">
                <a:solidFill>
                  <a:schemeClr val="tx1"/>
                </a:solidFill>
              </a:rPr>
              <a:t>Clustering</a:t>
            </a:r>
          </a:p>
          <a:p>
            <a:pPr algn="ctr">
              <a:defRPr sz="2000" b="0"/>
            </a:pPr>
            <a:r>
              <a:rPr lang="en-US" sz="1200">
                <a:solidFill>
                  <a:schemeClr val="tx1"/>
                </a:solidFill>
              </a:rPr>
              <a:t>KM, SC, GMM, HC</a:t>
            </a:r>
          </a:p>
          <a:p>
            <a:pPr algn="ctr">
              <a:defRPr sz="2000" b="0"/>
            </a:pPr>
            <a:endParaRPr lang="en-US" sz="1200">
              <a:solidFill>
                <a:schemeClr val="tx1"/>
              </a:solidFill>
            </a:endParaRPr>
          </a:p>
          <a:p>
            <a:pPr algn="ctr">
              <a:defRPr sz="2000" b="0"/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2" name="Subetitle 2">
            <a:extLst>
              <a:ext uri="{FF2B5EF4-FFF2-40B4-BE49-F238E27FC236}">
                <a16:creationId xmlns:a16="http://schemas.microsoft.com/office/drawing/2014/main" id="{A2EA250D-3DC7-810D-3CC1-5E9CCFE9296C}"/>
              </a:ext>
            </a:extLst>
          </p:cNvPr>
          <p:cNvSpPr txBox="1">
            <a:spLocks/>
          </p:cNvSpPr>
          <p:nvPr/>
        </p:nvSpPr>
        <p:spPr>
          <a:xfrm>
            <a:off x="604474" y="560767"/>
            <a:ext cx="9932063" cy="5225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800" b="1">
                <a:latin typeface="+mj-lt"/>
                <a:ea typeface="+mj-ea"/>
                <a:cs typeface="+mj-cs"/>
              </a:rPr>
              <a:t>Workflow: Breast Cancer Stage Classification with miRNA </a:t>
            </a:r>
            <a:endParaRPr lang="zh-CN" altLang="zh-CN" sz="2800" b="1">
              <a:latin typeface="+mj-lt"/>
              <a:ea typeface="+mj-ea"/>
              <a:cs typeface="+mj-cs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F8FCBC1-61C9-F14D-9FAF-BBBE2571E98A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3479409" y="1814747"/>
            <a:ext cx="530048" cy="634197"/>
          </a:xfrm>
          <a:prstGeom prst="straightConnector1">
            <a:avLst/>
          </a:prstGeom>
          <a:ln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7A16EF3-85B7-6CE3-1E7E-7ABEB5AFE4F1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>
            <a:off x="3479409" y="2339690"/>
            <a:ext cx="0" cy="1023408"/>
          </a:xfrm>
          <a:prstGeom prst="straightConnector1">
            <a:avLst/>
          </a:prstGeom>
          <a:ln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3A54FD3-AE73-2540-CD6E-1C8C437537B2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2755281" y="3803617"/>
            <a:ext cx="718345" cy="473635"/>
          </a:xfrm>
          <a:prstGeom prst="straightConnector1">
            <a:avLst/>
          </a:prstGeom>
          <a:ln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ight Arrow 3">
            <a:extLst>
              <a:ext uri="{FF2B5EF4-FFF2-40B4-BE49-F238E27FC236}">
                <a16:creationId xmlns:a16="http://schemas.microsoft.com/office/drawing/2014/main" id="{6759C596-543B-7CB3-D9B5-08FA1750ABC7}"/>
              </a:ext>
            </a:extLst>
          </p:cNvPr>
          <p:cNvSpPr/>
          <p:nvPr/>
        </p:nvSpPr>
        <p:spPr>
          <a:xfrm>
            <a:off x="2049184" y="3261496"/>
            <a:ext cx="398144" cy="226620"/>
          </a:xfrm>
          <a:prstGeom prst="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0" name="Right Arrow 3">
            <a:extLst>
              <a:ext uri="{FF2B5EF4-FFF2-40B4-BE49-F238E27FC236}">
                <a16:creationId xmlns:a16="http://schemas.microsoft.com/office/drawing/2014/main" id="{52B076E1-D106-C0C8-8728-F3121AAE7275}"/>
              </a:ext>
            </a:extLst>
          </p:cNvPr>
          <p:cNvSpPr/>
          <p:nvPr/>
        </p:nvSpPr>
        <p:spPr>
          <a:xfrm>
            <a:off x="5904814" y="3261496"/>
            <a:ext cx="392687" cy="226620"/>
          </a:xfrm>
          <a:prstGeom prst="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1514D40-70B8-1E34-8A98-E804FC779323}"/>
              </a:ext>
            </a:extLst>
          </p:cNvPr>
          <p:cNvSpPr/>
          <p:nvPr/>
        </p:nvSpPr>
        <p:spPr>
          <a:xfrm>
            <a:off x="9267926" y="2476122"/>
            <a:ext cx="2018928" cy="171373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0"/>
            </a:pPr>
            <a:r>
              <a:rPr lang="en-US" sz="1400" b="1" dirty="0">
                <a:solidFill>
                  <a:schemeClr val="tx1"/>
                </a:solidFill>
              </a:rPr>
              <a:t>Classification</a:t>
            </a:r>
          </a:p>
          <a:p>
            <a:pPr algn="ctr">
              <a:defRPr sz="2000" b="0"/>
            </a:pPr>
            <a:endParaRPr lang="en-US" sz="14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 sz="2000" b="0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Primary:     Stage</a:t>
            </a:r>
            <a:endParaRPr lang="en-US" sz="1300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defRPr sz="2000" b="0"/>
            </a:pPr>
            <a:r>
              <a:rPr lang="en-US" sz="1200" dirty="0">
                <a:solidFill>
                  <a:schemeClr val="tx1"/>
                </a:solidFill>
              </a:rPr>
              <a:t>Secondary: Diagnosis</a:t>
            </a:r>
          </a:p>
          <a:p>
            <a:pPr>
              <a:defRPr sz="2000" b="0"/>
            </a:pPr>
            <a:r>
              <a:rPr lang="en-US" sz="1200" dirty="0">
                <a:solidFill>
                  <a:schemeClr val="tx1"/>
                </a:solidFill>
              </a:rPr>
              <a:t>                         Disease Type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11" name="Right Arrow 3">
            <a:extLst>
              <a:ext uri="{FF2B5EF4-FFF2-40B4-BE49-F238E27FC236}">
                <a16:creationId xmlns:a16="http://schemas.microsoft.com/office/drawing/2014/main" id="{7390F807-14C5-5B9F-45CA-503BDEBFDCB8}"/>
              </a:ext>
            </a:extLst>
          </p:cNvPr>
          <p:cNvSpPr/>
          <p:nvPr/>
        </p:nvSpPr>
        <p:spPr>
          <a:xfrm>
            <a:off x="4598403" y="3261496"/>
            <a:ext cx="366746" cy="226620"/>
          </a:xfrm>
          <a:prstGeom prst="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6" name="Rectangle: Diagonal Corners Rounded 25">
            <a:extLst>
              <a:ext uri="{FF2B5EF4-FFF2-40B4-BE49-F238E27FC236}">
                <a16:creationId xmlns:a16="http://schemas.microsoft.com/office/drawing/2014/main" id="{178D8574-79CA-9979-F390-9DBE1CD54D3A}"/>
              </a:ext>
            </a:extLst>
          </p:cNvPr>
          <p:cNvSpPr/>
          <p:nvPr/>
        </p:nvSpPr>
        <p:spPr>
          <a:xfrm rot="5400000">
            <a:off x="6399263" y="2265007"/>
            <a:ext cx="2387953" cy="2537320"/>
          </a:xfrm>
          <a:prstGeom prst="round2DiagRect">
            <a:avLst/>
          </a:prstGeom>
          <a:solidFill>
            <a:schemeClr val="accent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B605BE9-164B-BABF-3AEB-CDF94DAFE179}"/>
              </a:ext>
            </a:extLst>
          </p:cNvPr>
          <p:cNvSpPr/>
          <p:nvPr/>
        </p:nvSpPr>
        <p:spPr>
          <a:xfrm>
            <a:off x="6808089" y="2568099"/>
            <a:ext cx="1640726" cy="3260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0"/>
            </a:pPr>
            <a:r>
              <a:rPr lang="en-US" sz="1400" b="1">
                <a:solidFill>
                  <a:schemeClr val="tx1"/>
                </a:solidFill>
              </a:rPr>
              <a:t>Classifiers</a:t>
            </a:r>
            <a:endParaRPr sz="1100" b="1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004FA39-BA6E-A6C8-8FDD-7C78A76CE95C}"/>
              </a:ext>
            </a:extLst>
          </p:cNvPr>
          <p:cNvSpPr/>
          <p:nvPr/>
        </p:nvSpPr>
        <p:spPr>
          <a:xfrm>
            <a:off x="6476431" y="3014249"/>
            <a:ext cx="1062508" cy="65917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0"/>
            </a:pPr>
            <a:r>
              <a:rPr lang="en-US" sz="1200" b="1">
                <a:solidFill>
                  <a:schemeClr val="tx1"/>
                </a:solidFill>
              </a:rPr>
              <a:t>k-Nearest Neighbors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F2C63A8-ADDD-8975-E147-239D8CF49D2B}"/>
              </a:ext>
            </a:extLst>
          </p:cNvPr>
          <p:cNvSpPr/>
          <p:nvPr/>
        </p:nvSpPr>
        <p:spPr>
          <a:xfrm>
            <a:off x="6506013" y="3829871"/>
            <a:ext cx="1032926" cy="65917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0"/>
            </a:pPr>
            <a:r>
              <a:rPr lang="en-US" sz="1200" b="1">
                <a:solidFill>
                  <a:schemeClr val="tx1"/>
                </a:solidFill>
              </a:rPr>
              <a:t>Logistic Regression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C80C0E3-4A49-3E84-2AAC-91CFA539E851}"/>
              </a:ext>
            </a:extLst>
          </p:cNvPr>
          <p:cNvSpPr/>
          <p:nvPr/>
        </p:nvSpPr>
        <p:spPr>
          <a:xfrm>
            <a:off x="7637114" y="3826425"/>
            <a:ext cx="1032926" cy="65917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0"/>
            </a:pPr>
            <a:r>
              <a:rPr lang="en-US" sz="1200" b="1">
                <a:solidFill>
                  <a:schemeClr val="tx1"/>
                </a:solidFill>
              </a:rPr>
              <a:t>Support Vector Machine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0786AE4-FE32-2D2B-0248-6B0B99E92D5F}"/>
              </a:ext>
            </a:extLst>
          </p:cNvPr>
          <p:cNvSpPr/>
          <p:nvPr/>
        </p:nvSpPr>
        <p:spPr>
          <a:xfrm>
            <a:off x="7641701" y="2993872"/>
            <a:ext cx="1062508" cy="65917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0"/>
            </a:pPr>
            <a:r>
              <a:rPr lang="en-US" sz="1200" b="1">
                <a:solidFill>
                  <a:schemeClr val="tx1"/>
                </a:solidFill>
              </a:rPr>
              <a:t>Random Forest</a:t>
            </a:r>
          </a:p>
        </p:txBody>
      </p:sp>
      <p:sp>
        <p:nvSpPr>
          <p:cNvPr id="32" name="Right Arrow 3">
            <a:extLst>
              <a:ext uri="{FF2B5EF4-FFF2-40B4-BE49-F238E27FC236}">
                <a16:creationId xmlns:a16="http://schemas.microsoft.com/office/drawing/2014/main" id="{1E09B46C-528A-0BF9-20D1-8D9D0D050D8B}"/>
              </a:ext>
            </a:extLst>
          </p:cNvPr>
          <p:cNvSpPr/>
          <p:nvPr/>
        </p:nvSpPr>
        <p:spPr>
          <a:xfrm>
            <a:off x="8901180" y="3261496"/>
            <a:ext cx="366746" cy="226620"/>
          </a:xfrm>
          <a:prstGeom prst="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5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C9691-F9AD-4169-AE25-93D182DF1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680B349-E932-930B-9B33-74F1E6C78E18}"/>
              </a:ext>
            </a:extLst>
          </p:cNvPr>
          <p:cNvSpPr txBox="1">
            <a:spLocks/>
          </p:cNvSpPr>
          <p:nvPr/>
        </p:nvSpPr>
        <p:spPr>
          <a:xfrm>
            <a:off x="586723" y="470003"/>
            <a:ext cx="6254344" cy="79999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What has been done?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E038C70-8E48-5AED-843D-F8A0FC6D0698}"/>
              </a:ext>
            </a:extLst>
          </p:cNvPr>
          <p:cNvSpPr txBox="1">
            <a:spLocks/>
          </p:cNvSpPr>
          <p:nvPr/>
        </p:nvSpPr>
        <p:spPr>
          <a:xfrm>
            <a:off x="1014741" y="2391507"/>
            <a:ext cx="6349103" cy="1096153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rgbClr val="093C69"/>
                </a:solidFill>
                <a:ea typeface="+mj-lt"/>
                <a:cs typeface="+mj-lt"/>
              </a:rPr>
              <a:t>Feature Selection Run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600" b="0" dirty="0">
                <a:ea typeface="+mj-lt"/>
                <a:cs typeface="+mj-lt"/>
              </a:rPr>
              <a:t>Traditional: SFS, VT, Chi2, LASSO</a:t>
            </a:r>
          </a:p>
          <a:p>
            <a:pPr marL="285750" indent="-285750">
              <a:buFont typeface="Arial"/>
              <a:buChar char="•"/>
            </a:pPr>
            <a:r>
              <a:rPr lang="en-US" sz="1600" b="0" dirty="0">
                <a:ea typeface="+mj-lt"/>
                <a:cs typeface="+mj-lt"/>
              </a:rPr>
              <a:t>Deep Learning: FNN, DAE, 1D-CNN, LSTM-Seq</a:t>
            </a:r>
          </a:p>
          <a:p>
            <a:pPr marL="285750" indent="-285750">
              <a:buFont typeface="Arial"/>
              <a:buChar char="•"/>
            </a:pPr>
            <a:r>
              <a:rPr lang="en-US" sz="1600" b="0" dirty="0"/>
              <a:t>Clustering: KM, SC, GMM, HC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3A05071-9762-0587-6858-B5EC6579DAEA}"/>
              </a:ext>
            </a:extLst>
          </p:cNvPr>
          <p:cNvSpPr txBox="1">
            <a:spLocks/>
          </p:cNvSpPr>
          <p:nvPr/>
        </p:nvSpPr>
        <p:spPr>
          <a:xfrm>
            <a:off x="1014741" y="3581778"/>
            <a:ext cx="6728476" cy="11830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rgbClr val="093C69"/>
                </a:solidFill>
              </a:rPr>
              <a:t>Overlap Lists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>
                <a:ea typeface="+mj-lt"/>
                <a:cs typeface="+mj-lt"/>
              </a:rPr>
              <a:t>Generated overlapping miRNA feature lists from traditional, deep learning, and clustering methods as input for classification</a:t>
            </a: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79D1FB8-7246-CFDB-C3FB-FAF83C3AC34B}"/>
              </a:ext>
            </a:extLst>
          </p:cNvPr>
          <p:cNvSpPr txBox="1">
            <a:spLocks/>
          </p:cNvSpPr>
          <p:nvPr/>
        </p:nvSpPr>
        <p:spPr>
          <a:xfrm>
            <a:off x="1014741" y="1502387"/>
            <a:ext cx="6543650" cy="74057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rgbClr val="093C69"/>
                </a:solidFill>
                <a:ea typeface="+mj-lt"/>
                <a:cs typeface="+mj-lt"/>
              </a:rPr>
              <a:t>Data Preparation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>
                <a:ea typeface="+mj-lt"/>
                <a:cs typeface="+mj-lt"/>
              </a:rPr>
              <a:t>Data cleaned, standardized, and labeled with breast cancer stage information (I–IV)</a:t>
            </a:r>
            <a:endParaRPr lang="en-US" altLang="zh-CN" sz="160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6C69075-AEAB-8B76-F73F-B578201B921C}"/>
              </a:ext>
            </a:extLst>
          </p:cNvPr>
          <p:cNvGraphicFramePr/>
          <p:nvPr/>
        </p:nvGraphicFramePr>
        <p:xfrm>
          <a:off x="8768080" y="1270001"/>
          <a:ext cx="2437881" cy="23320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CCEECA7-B5E7-F49B-1901-895AFECD2EE4}"/>
              </a:ext>
            </a:extLst>
          </p:cNvPr>
          <p:cNvSpPr txBox="1"/>
          <p:nvPr/>
        </p:nvSpPr>
        <p:spPr>
          <a:xfrm>
            <a:off x="557628" y="1561508"/>
            <a:ext cx="26227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🧪</a:t>
            </a:r>
            <a:endParaRPr lang="en-US"/>
          </a:p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E5A04F-8964-D245-6EC8-982E7146CC11}"/>
              </a:ext>
            </a:extLst>
          </p:cNvPr>
          <p:cNvSpPr txBox="1"/>
          <p:nvPr/>
        </p:nvSpPr>
        <p:spPr>
          <a:xfrm>
            <a:off x="657679" y="5497828"/>
            <a:ext cx="48378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💡</a:t>
            </a:r>
            <a:endParaRPr lang="en-US"/>
          </a:p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C936F8-7AF2-7209-9492-58C337A52210}"/>
              </a:ext>
            </a:extLst>
          </p:cNvPr>
          <p:cNvSpPr txBox="1"/>
          <p:nvPr/>
        </p:nvSpPr>
        <p:spPr>
          <a:xfrm>
            <a:off x="557628" y="2418311"/>
            <a:ext cx="767316" cy="6640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⚙️</a:t>
            </a:r>
            <a:endParaRPr lang="en-US"/>
          </a:p>
          <a:p>
            <a:pPr algn="l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0A6BBF-0A9E-B81F-B528-2A65FF195A5B}"/>
              </a:ext>
            </a:extLst>
          </p:cNvPr>
          <p:cNvSpPr txBox="1">
            <a:spLocks/>
          </p:cNvSpPr>
          <p:nvPr/>
        </p:nvSpPr>
        <p:spPr>
          <a:xfrm>
            <a:off x="1014741" y="4539803"/>
            <a:ext cx="6631199" cy="11830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rgbClr val="093C69"/>
                </a:solidFill>
              </a:rPr>
              <a:t>Literature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>
                <a:ea typeface="+mj-lt"/>
                <a:cs typeface="+mj-lt"/>
              </a:rPr>
              <a:t>Reviewed published studies and curated databases for miRNAs selected by our methods</a:t>
            </a:r>
            <a:endParaRPr lang="en-US" altLang="zh-CN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616D57-CC25-9C48-4D8E-EED30648C31B}"/>
              </a:ext>
            </a:extLst>
          </p:cNvPr>
          <p:cNvSpPr txBox="1"/>
          <p:nvPr/>
        </p:nvSpPr>
        <p:spPr>
          <a:xfrm>
            <a:off x="599311" y="3602096"/>
            <a:ext cx="767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🔗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3161134-6BE4-F3E8-49CE-961C0DD5449E}"/>
              </a:ext>
            </a:extLst>
          </p:cNvPr>
          <p:cNvSpPr txBox="1">
            <a:spLocks/>
          </p:cNvSpPr>
          <p:nvPr/>
        </p:nvSpPr>
        <p:spPr>
          <a:xfrm>
            <a:off x="1014741" y="5497828"/>
            <a:ext cx="6952212" cy="11830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rgbClr val="093C69"/>
                </a:solidFill>
              </a:rPr>
              <a:t>Early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>
                <a:ea typeface="+mj-lt"/>
                <a:cs typeface="+mj-lt"/>
              </a:rPr>
              <a:t>Overlaps across methods are limited, yet they highlight candidate features that may be informative for breast cancer stage classification</a:t>
            </a: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5E819E-1FC0-C8FD-F751-873695263AFE}"/>
              </a:ext>
            </a:extLst>
          </p:cNvPr>
          <p:cNvSpPr txBox="1"/>
          <p:nvPr/>
        </p:nvSpPr>
        <p:spPr>
          <a:xfrm>
            <a:off x="586723" y="4551829"/>
            <a:ext cx="493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📖</a:t>
            </a:r>
          </a:p>
        </p:txBody>
      </p:sp>
    </p:spTree>
    <p:extLst>
      <p:ext uri="{BB962C8B-B14F-4D97-AF65-F5344CB8AC3E}">
        <p14:creationId xmlns:p14="http://schemas.microsoft.com/office/powerpoint/2010/main" val="1973416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B8A38-5C07-7F5E-F487-49940F0A5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754" y="358542"/>
            <a:ext cx="10831287" cy="1048662"/>
          </a:xfrm>
        </p:spPr>
        <p:txBody>
          <a:bodyPr>
            <a:noAutofit/>
          </a:bodyPr>
          <a:lstStyle/>
          <a:p>
            <a:pPr>
              <a:defRPr sz="3200" b="1"/>
            </a:pPr>
            <a:r>
              <a:rPr lang="en-US" sz="3600" dirty="0"/>
              <a:t>Selected miRNAs &amp; Literature Support Across Methods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3411929-FFCC-77AC-1EFB-3B212B057E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107348"/>
              </p:ext>
            </p:extLst>
          </p:nvPr>
        </p:nvGraphicFramePr>
        <p:xfrm>
          <a:off x="1113938" y="2104571"/>
          <a:ext cx="9964596" cy="2414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5655">
                  <a:extLst>
                    <a:ext uri="{9D8B030D-6E8A-4147-A177-3AD203B41FA5}">
                      <a16:colId xmlns:a16="http://schemas.microsoft.com/office/drawing/2014/main" val="2266296328"/>
                    </a:ext>
                  </a:extLst>
                </a:gridCol>
                <a:gridCol w="2631640">
                  <a:extLst>
                    <a:ext uri="{9D8B030D-6E8A-4147-A177-3AD203B41FA5}">
                      <a16:colId xmlns:a16="http://schemas.microsoft.com/office/drawing/2014/main" val="1023000237"/>
                    </a:ext>
                  </a:extLst>
                </a:gridCol>
                <a:gridCol w="2646931">
                  <a:extLst>
                    <a:ext uri="{9D8B030D-6E8A-4147-A177-3AD203B41FA5}">
                      <a16:colId xmlns:a16="http://schemas.microsoft.com/office/drawing/2014/main" val="1279410663"/>
                    </a:ext>
                  </a:extLst>
                </a:gridCol>
                <a:gridCol w="2370370">
                  <a:extLst>
                    <a:ext uri="{9D8B030D-6E8A-4147-A177-3AD203B41FA5}">
                      <a16:colId xmlns:a16="http://schemas.microsoft.com/office/drawing/2014/main" val="3371508173"/>
                    </a:ext>
                  </a:extLst>
                </a:gridCol>
              </a:tblGrid>
              <a:tr h="6672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Method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# of miRNAs Selected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lt1"/>
                          </a:solidFill>
                        </a:rPr>
                        <a:t>With Literature Support</a:t>
                      </a:r>
                      <a:endParaRPr lang="en-US" sz="2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% Supported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1979730"/>
                  </a:ext>
                </a:extLst>
              </a:tr>
              <a:tr h="57104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Traditional</a:t>
                      </a:r>
                    </a:p>
                    <a:p>
                      <a:pPr algn="ctr"/>
                      <a:r>
                        <a:rPr lang="en-US" sz="12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ea typeface="+mj-lt"/>
                          <a:cs typeface="+mj-lt"/>
                        </a:rPr>
                        <a:t>SFS, VT, Chi2, LASSO</a:t>
                      </a:r>
                      <a:endParaRPr lang="en-US" sz="1200" b="1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7200398"/>
                  </a:ext>
                </a:extLst>
              </a:tr>
              <a:tr h="57104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Deep Learning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1200" b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  <a:ea typeface="+mj-lt"/>
                          <a:cs typeface="+mj-lt"/>
                        </a:rPr>
                        <a:t>FNN, DAE, 1D-CNN, LSTM-Seq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86914"/>
                  </a:ext>
                </a:extLst>
              </a:tr>
              <a:tr h="57104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Clustering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1200" b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  <a:ea typeface="+mj-lt"/>
                          <a:cs typeface="+mj-lt"/>
                        </a:rPr>
                        <a:t>KM, SC, GMM, HC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8447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076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5BBE6-A46B-B37B-9224-7F8EF41B4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000" b="1" dirty="0"/>
              <a:t>What is next?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09BA5EF-89EA-7EF4-69E9-7E2B0863C3A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718723"/>
          <a:ext cx="10387519" cy="40692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452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ADFE83415AEC498AB6EC5120ABBD1F" ma:contentTypeVersion="12" ma:contentTypeDescription="Create a new document." ma:contentTypeScope="" ma:versionID="f401614888c1aa6561a3f522abf0b40f">
  <xsd:schema xmlns:xsd="http://www.w3.org/2001/XMLSchema" xmlns:xs="http://www.w3.org/2001/XMLSchema" xmlns:p="http://schemas.microsoft.com/office/2006/metadata/properties" xmlns:ns2="a885e660-3154-479b-9d72-8fc522eb29fd" xmlns:ns3="19bebb09-77ff-4d7e-bbb3-0e6a0d0ddf26" targetNamespace="http://schemas.microsoft.com/office/2006/metadata/properties" ma:root="true" ma:fieldsID="df43b704c80aa8abd218882aa30725a9" ns2:_="" ns3:_="">
    <xsd:import namespace="a885e660-3154-479b-9d72-8fc522eb29fd"/>
    <xsd:import namespace="19bebb09-77ff-4d7e-bbb3-0e6a0d0ddf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85e660-3154-479b-9d72-8fc522eb29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728a8d2-fce2-4ead-88e1-13feca9680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bebb09-77ff-4d7e-bbb3-0e6a0d0ddf2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1fd562ab-6fec-428b-a302-5f90242bb599}" ma:internalName="TaxCatchAll" ma:showField="CatchAllData" ma:web="19bebb09-77ff-4d7e-bbb3-0e6a0d0ddf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885e660-3154-479b-9d72-8fc522eb29fd">
      <Terms xmlns="http://schemas.microsoft.com/office/infopath/2007/PartnerControls"/>
    </lcf76f155ced4ddcb4097134ff3c332f>
    <TaxCatchAll xmlns="19bebb09-77ff-4d7e-bbb3-0e6a0d0ddf26" xsi:nil="true"/>
  </documentManagement>
</p:properties>
</file>

<file path=customXml/itemProps1.xml><?xml version="1.0" encoding="utf-8"?>
<ds:datastoreItem xmlns:ds="http://schemas.openxmlformats.org/officeDocument/2006/customXml" ds:itemID="{CC4C7F16-ED81-457E-AE25-90D2F4BDBAA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DB8E8F-B330-4810-9D25-E1F98A7B7513}"/>
</file>

<file path=customXml/itemProps3.xml><?xml version="1.0" encoding="utf-8"?>
<ds:datastoreItem xmlns:ds="http://schemas.openxmlformats.org/officeDocument/2006/customXml" ds:itemID="{CEDEE79E-4B20-4120-9C5A-49BBF72EE246}">
  <ds:schemaRefs>
    <ds:schemaRef ds:uri="a885e660-3154-479b-9d72-8fc522eb29fd"/>
    <ds:schemaRef ds:uri="http://www.w3.org/XML/1998/namespace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34</TotalTime>
  <Words>509</Words>
  <Application>Microsoft Office PowerPoint</Application>
  <PresentationFormat>Widescreen</PresentationFormat>
  <Paragraphs>116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Inter</vt:lpstr>
      <vt:lpstr>Office Theme</vt:lpstr>
      <vt:lpstr>Florida Atlantic University</vt:lpstr>
      <vt:lpstr>PowerPoint Presentation</vt:lpstr>
      <vt:lpstr>PowerPoint Presentation</vt:lpstr>
      <vt:lpstr>PowerPoint Presentation</vt:lpstr>
      <vt:lpstr>Selected miRNAs &amp; Literature Support Across Methods</vt:lpstr>
      <vt:lpstr>What is next?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Adegboyo, Joshua</dc:creator>
  <cp:lastModifiedBy>Nicholas Campos</cp:lastModifiedBy>
  <cp:revision>1</cp:revision>
  <dcterms:created xsi:type="dcterms:W3CDTF">2025-09-30T22:25:42Z</dcterms:created>
  <dcterms:modified xsi:type="dcterms:W3CDTF">2025-10-14T23:22:34Z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0x01010061ADFE83415AEC498AB6EC5120ABBD1F</vt:lpwstr>
  </property>
</Properties>
</file>