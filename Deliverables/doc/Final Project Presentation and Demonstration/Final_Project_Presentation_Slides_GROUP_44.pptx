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2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514" r:id="rId4"/>
    <p:sldMasterId id="2147484533" r:id="rId5"/>
    <p:sldMasterId id="2147484602" r:id="rId6"/>
  </p:sldMasterIdLst>
  <p:notesMasterIdLst>
    <p:notesMasterId r:id="rId27"/>
  </p:notesMasterIdLst>
  <p:sldIdLst>
    <p:sldId id="449" r:id="rId7"/>
    <p:sldId id="400" r:id="rId8"/>
    <p:sldId id="437" r:id="rId9"/>
    <p:sldId id="453" r:id="rId10"/>
    <p:sldId id="438" r:id="rId11"/>
    <p:sldId id="454" r:id="rId12"/>
    <p:sldId id="439" r:id="rId13"/>
    <p:sldId id="456" r:id="rId14"/>
    <p:sldId id="440" r:id="rId15"/>
    <p:sldId id="427" r:id="rId16"/>
    <p:sldId id="421" r:id="rId17"/>
    <p:sldId id="428" r:id="rId18"/>
    <p:sldId id="441" r:id="rId19"/>
    <p:sldId id="429" r:id="rId20"/>
    <p:sldId id="430" r:id="rId21"/>
    <p:sldId id="442" r:id="rId22"/>
    <p:sldId id="443" r:id="rId23"/>
    <p:sldId id="415" r:id="rId24"/>
    <p:sldId id="423" r:id="rId25"/>
    <p:sldId id="34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3C69"/>
    <a:srgbClr val="9DC1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8F431-1282-435D-86F9-D88A986350B3}" v="77" dt="2025-11-30T23:22:55.061"/>
    <p1510:client id="{201CCED5-DD71-3592-45BA-D170A1B41C9B}" v="61" dt="2025-11-30T23:48:00.794"/>
    <p1510:client id="{B016D1EA-4235-2C33-4345-DBA05C102B27}" v="1" dt="2025-12-01T00:18:41.627"/>
    <p1510:client id="{F3BE568E-7FEE-691C-7AD5-57D24E2352B2}" v="27" dt="2025-11-30T22:29:32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hon Parker" userId="S::bparker2012@fau.edu::ae4de249-130d-4818-9c9d-70c46a372f47" providerId="AD" clId="Web-{201CCED5-DD71-3592-45BA-D170A1B41C9B}"/>
    <pc:docChg chg="modSld sldOrd">
      <pc:chgData name="Brehon Parker" userId="S::bparker2012@fau.edu::ae4de249-130d-4818-9c9d-70c46a372f47" providerId="AD" clId="Web-{201CCED5-DD71-3592-45BA-D170A1B41C9B}" dt="2025-11-30T23:48:00.794" v="53"/>
      <pc:docMkLst>
        <pc:docMk/>
      </pc:docMkLst>
      <pc:sldChg chg="addSp delSp modSp">
        <pc:chgData name="Brehon Parker" userId="S::bparker2012@fau.edu::ae4de249-130d-4818-9c9d-70c46a372f47" providerId="AD" clId="Web-{201CCED5-DD71-3592-45BA-D170A1B41C9B}" dt="2025-11-30T23:24:20.465" v="40" actId="14100"/>
        <pc:sldMkLst>
          <pc:docMk/>
          <pc:sldMk cId="1853345554" sldId="409"/>
        </pc:sldMkLst>
        <pc:spChg chg="add del mod">
          <ac:chgData name="Brehon Parker" userId="S::bparker2012@fau.edu::ae4de249-130d-4818-9c9d-70c46a372f47" providerId="AD" clId="Web-{201CCED5-DD71-3592-45BA-D170A1B41C9B}" dt="2025-11-30T23:07:00.305" v="32"/>
          <ac:spMkLst>
            <pc:docMk/>
            <pc:sldMk cId="1853345554" sldId="409"/>
            <ac:spMk id="3" creationId="{E0F849D0-6BD3-CE0D-4E26-9328EC2CB405}"/>
          </ac:spMkLst>
        </pc:spChg>
        <pc:spChg chg="add del mod">
          <ac:chgData name="Brehon Parker" userId="S::bparker2012@fau.edu::ae4de249-130d-4818-9c9d-70c46a372f47" providerId="AD" clId="Web-{201CCED5-DD71-3592-45BA-D170A1B41C9B}" dt="2025-11-30T23:06:58.570" v="31"/>
          <ac:spMkLst>
            <pc:docMk/>
            <pc:sldMk cId="1853345554" sldId="409"/>
            <ac:spMk id="4" creationId="{FBE6055C-287E-8733-80EB-1C17836733E9}"/>
          </ac:spMkLst>
        </pc:spChg>
        <pc:spChg chg="add del mod">
          <ac:chgData name="Brehon Parker" userId="S::bparker2012@fau.edu::ae4de249-130d-4818-9c9d-70c46a372f47" providerId="AD" clId="Web-{201CCED5-DD71-3592-45BA-D170A1B41C9B}" dt="2025-11-30T23:07:02.867" v="34"/>
          <ac:spMkLst>
            <pc:docMk/>
            <pc:sldMk cId="1853345554" sldId="409"/>
            <ac:spMk id="5" creationId="{D080433A-79ED-56C4-A7BD-5068FE80EC5F}"/>
          </ac:spMkLst>
        </pc:spChg>
        <pc:spChg chg="add del mod">
          <ac:chgData name="Brehon Parker" userId="S::bparker2012@fau.edu::ae4de249-130d-4818-9c9d-70c46a372f47" providerId="AD" clId="Web-{201CCED5-DD71-3592-45BA-D170A1B41C9B}" dt="2025-11-30T23:07:01.586" v="33"/>
          <ac:spMkLst>
            <pc:docMk/>
            <pc:sldMk cId="1853345554" sldId="409"/>
            <ac:spMk id="6" creationId="{F7FFD8C1-2E46-7FD8-2BEC-19DEDFE9D1D3}"/>
          </ac:spMkLst>
        </pc:spChg>
        <pc:picChg chg="add del mod">
          <ac:chgData name="Brehon Parker" userId="S::bparker2012@fau.edu::ae4de249-130d-4818-9c9d-70c46a372f47" providerId="AD" clId="Web-{201CCED5-DD71-3592-45BA-D170A1B41C9B}" dt="2025-11-30T23:05:21.986" v="2"/>
          <ac:picMkLst>
            <pc:docMk/>
            <pc:sldMk cId="1853345554" sldId="409"/>
            <ac:picMk id="2" creationId="{26D71059-81E6-A63B-C58C-1D0D5C0415DC}"/>
          </ac:picMkLst>
        </pc:picChg>
        <pc:picChg chg="del">
          <ac:chgData name="Brehon Parker" userId="S::bparker2012@fau.edu::ae4de249-130d-4818-9c9d-70c46a372f47" providerId="AD" clId="Web-{201CCED5-DD71-3592-45BA-D170A1B41C9B}" dt="2025-11-30T22:31:10.371" v="0"/>
          <ac:picMkLst>
            <pc:docMk/>
            <pc:sldMk cId="1853345554" sldId="409"/>
            <ac:picMk id="5" creationId="{A286D30B-FBEB-1199-0107-716CD9197234}"/>
          </ac:picMkLst>
        </pc:picChg>
        <pc:picChg chg="add del mod">
          <ac:chgData name="Brehon Parker" userId="S::bparker2012@fau.edu::ae4de249-130d-4818-9c9d-70c46a372f47" providerId="AD" clId="Web-{201CCED5-DD71-3592-45BA-D170A1B41C9B}" dt="2025-11-30T23:23:30.462" v="36"/>
          <ac:picMkLst>
            <pc:docMk/>
            <pc:sldMk cId="1853345554" sldId="409"/>
            <ac:picMk id="7" creationId="{15E6A817-AB54-73AA-0801-DDEF8EBF82BB}"/>
          </ac:picMkLst>
        </pc:picChg>
        <pc:picChg chg="add mod">
          <ac:chgData name="Brehon Parker" userId="S::bparker2012@fau.edu::ae4de249-130d-4818-9c9d-70c46a372f47" providerId="AD" clId="Web-{201CCED5-DD71-3592-45BA-D170A1B41C9B}" dt="2025-11-30T23:24:20.465" v="40" actId="14100"/>
          <ac:picMkLst>
            <pc:docMk/>
            <pc:sldMk cId="1853345554" sldId="409"/>
            <ac:picMk id="8" creationId="{B2B4EC70-58DD-FBE4-58C8-D9D39E184BAF}"/>
          </ac:picMkLst>
        </pc:picChg>
      </pc:sldChg>
      <pc:sldChg chg="addSp delSp modSp ord">
        <pc:chgData name="Brehon Parker" userId="S::bparker2012@fau.edu::ae4de249-130d-4818-9c9d-70c46a372f47" providerId="AD" clId="Web-{201CCED5-DD71-3592-45BA-D170A1B41C9B}" dt="2025-11-30T23:48:00.794" v="53"/>
        <pc:sldMkLst>
          <pc:docMk/>
          <pc:sldMk cId="277161694" sldId="456"/>
        </pc:sldMkLst>
        <pc:spChg chg="del">
          <ac:chgData name="Brehon Parker" userId="S::bparker2012@fau.edu::ae4de249-130d-4818-9c9d-70c46a372f47" providerId="AD" clId="Web-{201CCED5-DD71-3592-45BA-D170A1B41C9B}" dt="2025-11-30T23:31:43.010" v="45"/>
          <ac:spMkLst>
            <pc:docMk/>
            <pc:sldMk cId="277161694" sldId="456"/>
            <ac:spMk id="3" creationId="{4901605E-EBAD-7DB0-695E-39D5848275A9}"/>
          </ac:spMkLst>
        </pc:spChg>
        <pc:picChg chg="add del mod">
          <ac:chgData name="Brehon Parker" userId="S::bparker2012@fau.edu::ae4de249-130d-4818-9c9d-70c46a372f47" providerId="AD" clId="Web-{201CCED5-DD71-3592-45BA-D170A1B41C9B}" dt="2025-11-30T23:46:16.901" v="51"/>
          <ac:picMkLst>
            <pc:docMk/>
            <pc:sldMk cId="277161694" sldId="456"/>
            <ac:picMk id="2" creationId="{83EE6102-CBD6-5BE9-5BE8-28D7E7CDE80E}"/>
          </ac:picMkLst>
        </pc:picChg>
        <pc:picChg chg="add mod">
          <ac:chgData name="Brehon Parker" userId="S::bparker2012@fau.edu::ae4de249-130d-4818-9c9d-70c46a372f47" providerId="AD" clId="Web-{201CCED5-DD71-3592-45BA-D170A1B41C9B}" dt="2025-11-30T23:47:46.622" v="52"/>
          <ac:picMkLst>
            <pc:docMk/>
            <pc:sldMk cId="277161694" sldId="456"/>
            <ac:picMk id="4" creationId="{D532DDAA-6F54-F04F-0FAB-3E6719529802}"/>
          </ac:picMkLst>
        </pc:picChg>
        <pc:picChg chg="del mod">
          <ac:chgData name="Brehon Parker" userId="S::bparker2012@fau.edu::ae4de249-130d-4818-9c9d-70c46a372f47" providerId="AD" clId="Web-{201CCED5-DD71-3592-45BA-D170A1B41C9B}" dt="2025-11-30T23:43:44.381" v="49"/>
          <ac:picMkLst>
            <pc:docMk/>
            <pc:sldMk cId="277161694" sldId="456"/>
            <ac:picMk id="5" creationId="{D882D6AA-56C9-231A-EE4E-8B8732DA1332}"/>
          </ac:picMkLst>
        </pc:picChg>
      </pc:sldChg>
    </pc:docChg>
  </pc:docChgLst>
  <pc:docChgLst>
    <pc:chgData name="Nicholas Campos" userId="26de1bdd-e246-434d-b646-85b5710b8486" providerId="ADAL" clId="{2E4ABE4D-DEDF-433D-90EB-8556825FECA3}"/>
    <pc:docChg chg="undo redo custSel addSld delSld modSld addMainMaster delMainMaster modMainMaster">
      <pc:chgData name="Nicholas Campos" userId="26de1bdd-e246-434d-b646-85b5710b8486" providerId="ADAL" clId="{2E4ABE4D-DEDF-433D-90EB-8556825FECA3}" dt="2025-11-30T18:32:07.111" v="706" actId="20577"/>
      <pc:docMkLst>
        <pc:docMk/>
      </pc:docMkLst>
      <pc:sldChg chg="addSp delSp modSp mod">
        <pc:chgData name="Nicholas Campos" userId="26de1bdd-e246-434d-b646-85b5710b8486" providerId="ADAL" clId="{2E4ABE4D-DEDF-433D-90EB-8556825FECA3}" dt="2025-11-30T18:32:07.111" v="706" actId="20577"/>
        <pc:sldMkLst>
          <pc:docMk/>
          <pc:sldMk cId="2116013473" sldId="415"/>
        </pc:sldMkLst>
        <pc:spChg chg="add del mod">
          <ac:chgData name="Nicholas Campos" userId="26de1bdd-e246-434d-b646-85b5710b8486" providerId="ADAL" clId="{2E4ABE4D-DEDF-433D-90EB-8556825FECA3}" dt="2025-11-30T17:47:11.192" v="702" actId="478"/>
          <ac:spMkLst>
            <pc:docMk/>
            <pc:sldMk cId="2116013473" sldId="415"/>
            <ac:spMk id="2" creationId="{B00E7939-77E1-6E4F-F8A1-99312D381392}"/>
          </ac:spMkLst>
        </pc:spChg>
        <pc:spChg chg="add del mod">
          <ac:chgData name="Nicholas Campos" userId="26de1bdd-e246-434d-b646-85b5710b8486" providerId="ADAL" clId="{2E4ABE4D-DEDF-433D-90EB-8556825FECA3}" dt="2025-11-30T17:47:11.192" v="702" actId="478"/>
          <ac:spMkLst>
            <pc:docMk/>
            <pc:sldMk cId="2116013473" sldId="415"/>
            <ac:spMk id="3" creationId="{99FB4A67-3634-0C39-BB87-53E81D259BDD}"/>
          </ac:spMkLst>
        </pc:spChg>
        <pc:spChg chg="add mod">
          <ac:chgData name="Nicholas Campos" userId="26de1bdd-e246-434d-b646-85b5710b8486" providerId="ADAL" clId="{2E4ABE4D-DEDF-433D-90EB-8556825FECA3}" dt="2025-11-30T17:47:16.908" v="703" actId="1076"/>
          <ac:spMkLst>
            <pc:docMk/>
            <pc:sldMk cId="2116013473" sldId="415"/>
            <ac:spMk id="5" creationId="{9196005C-6B52-F9C6-72F9-2FE499B7314B}"/>
          </ac:spMkLst>
        </pc:spChg>
        <pc:spChg chg="add mod">
          <ac:chgData name="Nicholas Campos" userId="26de1bdd-e246-434d-b646-85b5710b8486" providerId="ADAL" clId="{2E4ABE4D-DEDF-433D-90EB-8556825FECA3}" dt="2025-11-30T17:47:16.908" v="703" actId="1076"/>
          <ac:spMkLst>
            <pc:docMk/>
            <pc:sldMk cId="2116013473" sldId="415"/>
            <ac:spMk id="6" creationId="{EDD4F323-ADC6-B0EA-FCA8-065830A7E580}"/>
          </ac:spMkLst>
        </pc:spChg>
        <pc:spChg chg="add mod">
          <ac:chgData name="Nicholas Campos" userId="26de1bdd-e246-434d-b646-85b5710b8486" providerId="ADAL" clId="{2E4ABE4D-DEDF-433D-90EB-8556825FECA3}" dt="2025-11-30T17:47:16.908" v="703" actId="1076"/>
          <ac:spMkLst>
            <pc:docMk/>
            <pc:sldMk cId="2116013473" sldId="415"/>
            <ac:spMk id="7" creationId="{7F833368-9BE9-02B6-31FE-A337DF40930F}"/>
          </ac:spMkLst>
        </pc:spChg>
        <pc:spChg chg="add mod">
          <ac:chgData name="Nicholas Campos" userId="26de1bdd-e246-434d-b646-85b5710b8486" providerId="ADAL" clId="{2E4ABE4D-DEDF-433D-90EB-8556825FECA3}" dt="2025-11-30T18:32:07.111" v="706" actId="20577"/>
          <ac:spMkLst>
            <pc:docMk/>
            <pc:sldMk cId="2116013473" sldId="415"/>
            <ac:spMk id="10" creationId="{C7F3670E-FF23-875F-1B79-C2A8C34EB11B}"/>
          </ac:spMkLst>
        </pc:spChg>
        <pc:spChg chg="add mod">
          <ac:chgData name="Nicholas Campos" userId="26de1bdd-e246-434d-b646-85b5710b8486" providerId="ADAL" clId="{2E4ABE4D-DEDF-433D-90EB-8556825FECA3}" dt="2025-11-30T17:47:16.908" v="703" actId="1076"/>
          <ac:spMkLst>
            <pc:docMk/>
            <pc:sldMk cId="2116013473" sldId="415"/>
            <ac:spMk id="11" creationId="{8577F7AC-91A8-E889-9770-5149C84EB22B}"/>
          </ac:spMkLst>
        </pc:spChg>
      </pc:sldChg>
      <pc:sldChg chg="addSp delSp modSp new del mod modClrScheme chgLayout">
        <pc:chgData name="Nicholas Campos" userId="26de1bdd-e246-434d-b646-85b5710b8486" providerId="ADAL" clId="{2E4ABE4D-DEDF-433D-90EB-8556825FECA3}" dt="2025-11-30T17:40:27.992" v="700" actId="2696"/>
        <pc:sldMkLst>
          <pc:docMk/>
          <pc:sldMk cId="2941418052" sldId="432"/>
        </pc:sldMkLst>
      </pc:sldChg>
      <pc:sldChg chg="addSp delSp modSp add del mod">
        <pc:chgData name="Nicholas Campos" userId="26de1bdd-e246-434d-b646-85b5710b8486" providerId="ADAL" clId="{2E4ABE4D-DEDF-433D-90EB-8556825FECA3}" dt="2025-11-30T17:40:25.717" v="699" actId="2696"/>
        <pc:sldMkLst>
          <pc:docMk/>
          <pc:sldMk cId="2989377171" sldId="433"/>
        </pc:sldMkLst>
      </pc:sldChg>
      <pc:sldChg chg="addSp delSp modSp add del mod">
        <pc:chgData name="Nicholas Campos" userId="26de1bdd-e246-434d-b646-85b5710b8486" providerId="ADAL" clId="{2E4ABE4D-DEDF-433D-90EB-8556825FECA3}" dt="2025-11-30T17:40:23.934" v="698" actId="2696"/>
        <pc:sldMkLst>
          <pc:docMk/>
          <pc:sldMk cId="3343705880" sldId="434"/>
        </pc:sldMkLst>
      </pc:sldChg>
      <pc:sldChg chg="addSp delSp modSp add del mod">
        <pc:chgData name="Nicholas Campos" userId="26de1bdd-e246-434d-b646-85b5710b8486" providerId="ADAL" clId="{2E4ABE4D-DEDF-433D-90EB-8556825FECA3}" dt="2025-11-30T17:40:22.082" v="697" actId="2696"/>
        <pc:sldMkLst>
          <pc:docMk/>
          <pc:sldMk cId="4020192894" sldId="435"/>
        </pc:sldMkLst>
      </pc:sldChg>
      <pc:sldChg chg="addSp delSp modSp add del mod">
        <pc:chgData name="Nicholas Campos" userId="26de1bdd-e246-434d-b646-85b5710b8486" providerId="ADAL" clId="{2E4ABE4D-DEDF-433D-90EB-8556825FECA3}" dt="2025-11-30T17:40:20.054" v="696" actId="2696"/>
        <pc:sldMkLst>
          <pc:docMk/>
          <pc:sldMk cId="597763954" sldId="436"/>
        </pc:sldMkLst>
      </pc:sldChg>
      <pc:sldMasterChg chg="modSldLayout">
        <pc:chgData name="Nicholas Campos" userId="26de1bdd-e246-434d-b646-85b5710b8486" providerId="ADAL" clId="{2E4ABE4D-DEDF-433D-90EB-8556825FECA3}" dt="2025-11-29T15:57:32.342" v="48" actId="478"/>
        <pc:sldMasterMkLst>
          <pc:docMk/>
          <pc:sldMasterMk cId="3513185437" sldId="2147484514"/>
        </pc:sldMasterMkLst>
        <pc:sldLayoutChg chg="addSp delSp mod">
          <pc:chgData name="Nicholas Campos" userId="26de1bdd-e246-434d-b646-85b5710b8486" providerId="ADAL" clId="{2E4ABE4D-DEDF-433D-90EB-8556825FECA3}" dt="2025-11-29T15:57:32.342" v="48" actId="478"/>
          <pc:sldLayoutMkLst>
            <pc:docMk/>
            <pc:sldMasterMk cId="3513185437" sldId="2147484514"/>
            <pc:sldLayoutMk cId="495664060" sldId="2147484521"/>
          </pc:sldLayoutMkLst>
          <pc:spChg chg="add del">
            <ac:chgData name="Nicholas Campos" userId="26de1bdd-e246-434d-b646-85b5710b8486" providerId="ADAL" clId="{2E4ABE4D-DEDF-433D-90EB-8556825FECA3}" dt="2025-11-29T15:57:32.342" v="48" actId="478"/>
            <ac:spMkLst>
              <pc:docMk/>
              <pc:sldMasterMk cId="3513185437" sldId="2147484514"/>
              <pc:sldLayoutMk cId="495664060" sldId="2147484521"/>
              <ac:spMk id="5" creationId="{00000000-0000-0000-0000-000000000000}"/>
            </ac:spMkLst>
          </pc:spChg>
          <pc:spChg chg="add del">
            <ac:chgData name="Nicholas Campos" userId="26de1bdd-e246-434d-b646-85b5710b8486" providerId="ADAL" clId="{2E4ABE4D-DEDF-433D-90EB-8556825FECA3}" dt="2025-11-29T15:57:32.342" v="48" actId="478"/>
            <ac:spMkLst>
              <pc:docMk/>
              <pc:sldMasterMk cId="3513185437" sldId="2147484514"/>
              <pc:sldLayoutMk cId="495664060" sldId="2147484521"/>
              <ac:spMk id="6" creationId="{00000000-0000-0000-0000-000000000000}"/>
            </ac:spMkLst>
          </pc:spChg>
          <pc:spChg chg="add del">
            <ac:chgData name="Nicholas Campos" userId="26de1bdd-e246-434d-b646-85b5710b8486" providerId="ADAL" clId="{2E4ABE4D-DEDF-433D-90EB-8556825FECA3}" dt="2025-11-29T15:57:32.342" v="48" actId="478"/>
            <ac:spMkLst>
              <pc:docMk/>
              <pc:sldMasterMk cId="3513185437" sldId="2147484514"/>
              <pc:sldLayoutMk cId="495664060" sldId="2147484521"/>
              <ac:spMk id="7" creationId="{00000000-0000-0000-0000-000000000000}"/>
            </ac:spMkLst>
          </pc:spChg>
        </pc:sldLayoutChg>
      </pc:sldMasterChg>
    </pc:docChg>
  </pc:docChgLst>
  <pc:docChgLst>
    <pc:chgData name="Brehon Parker" userId="S::bparker2012@fau.edu::ae4de249-130d-4818-9c9d-70c46a372f47" providerId="AD" clId="Web-{B016D1EA-4235-2C33-4345-DBA05C102B27}"/>
    <pc:docChg chg="delSld">
      <pc:chgData name="Brehon Parker" userId="S::bparker2012@fau.edu::ae4de249-130d-4818-9c9d-70c46a372f47" providerId="AD" clId="Web-{B016D1EA-4235-2C33-4345-DBA05C102B27}" dt="2025-12-01T00:18:41.627" v="0"/>
      <pc:docMkLst>
        <pc:docMk/>
      </pc:docMkLst>
      <pc:sldChg chg="del">
        <pc:chgData name="Brehon Parker" userId="S::bparker2012@fau.edu::ae4de249-130d-4818-9c9d-70c46a372f47" providerId="AD" clId="Web-{B016D1EA-4235-2C33-4345-DBA05C102B27}" dt="2025-12-01T00:18:41.627" v="0"/>
        <pc:sldMkLst>
          <pc:docMk/>
          <pc:sldMk cId="1853345554" sldId="409"/>
        </pc:sldMkLst>
      </pc:sldChg>
    </pc:docChg>
  </pc:docChgLst>
  <pc:docChgLst>
    <pc:chgData name="Joshua Adegboyo" userId="2e5b4730-a13d-4db8-a3d8-7908311e4eff" providerId="ADAL" clId="{3D6C1E9A-A2CA-5093-93C5-ACBA3B8500BF}"/>
    <pc:docChg chg="undo redo custSel modSld">
      <pc:chgData name="Joshua Adegboyo" userId="2e5b4730-a13d-4db8-a3d8-7908311e4eff" providerId="ADAL" clId="{3D6C1E9A-A2CA-5093-93C5-ACBA3B8500BF}" dt="2025-11-29T19:44:18.420" v="739" actId="1038"/>
      <pc:docMkLst>
        <pc:docMk/>
      </pc:docMkLst>
      <pc:sldChg chg="addSp delSp modSp mod setBg setClrOvrMap">
        <pc:chgData name="Joshua Adegboyo" userId="2e5b4730-a13d-4db8-a3d8-7908311e4eff" providerId="ADAL" clId="{3D6C1E9A-A2CA-5093-93C5-ACBA3B8500BF}" dt="2025-11-29T19:35:41.874" v="559" actId="26606"/>
        <pc:sldMkLst>
          <pc:docMk/>
          <pc:sldMk cId="2696338794" sldId="343"/>
        </pc:sldMkLst>
        <pc:spChg chg="mod">
          <ac:chgData name="Joshua Adegboyo" userId="2e5b4730-a13d-4db8-a3d8-7908311e4eff" providerId="ADAL" clId="{3D6C1E9A-A2CA-5093-93C5-ACBA3B8500BF}" dt="2025-11-29T19:35:41.874" v="559" actId="26606"/>
          <ac:spMkLst>
            <pc:docMk/>
            <pc:sldMk cId="2696338794" sldId="343"/>
            <ac:spMk id="2" creationId="{AEEDF166-70CC-C2F7-9854-12BB6D109910}"/>
          </ac:spMkLst>
        </pc:spChg>
        <pc:spChg chg="add">
          <ac:chgData name="Joshua Adegboyo" userId="2e5b4730-a13d-4db8-a3d8-7908311e4eff" providerId="ADAL" clId="{3D6C1E9A-A2CA-5093-93C5-ACBA3B8500BF}" dt="2025-11-29T19:35:41.874" v="559" actId="26606"/>
          <ac:spMkLst>
            <pc:docMk/>
            <pc:sldMk cId="2696338794" sldId="343"/>
            <ac:spMk id="188" creationId="{4AC0CD9D-7610-4620-93B4-798CCD9AB581}"/>
          </ac:spMkLst>
        </pc:spChg>
        <pc:spChg chg="add">
          <ac:chgData name="Joshua Adegboyo" userId="2e5b4730-a13d-4db8-a3d8-7908311e4eff" providerId="ADAL" clId="{3D6C1E9A-A2CA-5093-93C5-ACBA3B8500BF}" dt="2025-11-29T19:35:41.874" v="559" actId="26606"/>
          <ac:spMkLst>
            <pc:docMk/>
            <pc:sldMk cId="2696338794" sldId="343"/>
            <ac:spMk id="194" creationId="{DE4D62F9-188E-4530-84C2-24BDEE4BEB82}"/>
          </ac:spMkLst>
        </pc:spChg>
        <pc:spChg chg="add">
          <ac:chgData name="Joshua Adegboyo" userId="2e5b4730-a13d-4db8-a3d8-7908311e4eff" providerId="ADAL" clId="{3D6C1E9A-A2CA-5093-93C5-ACBA3B8500BF}" dt="2025-11-29T19:35:41.874" v="559" actId="26606"/>
          <ac:spMkLst>
            <pc:docMk/>
            <pc:sldMk cId="2696338794" sldId="343"/>
            <ac:spMk id="196" creationId="{C6A81905-F480-46A4-BC10-215D24EA1AE6}"/>
          </ac:spMkLst>
        </pc:spChg>
        <pc:spChg chg="add">
          <ac:chgData name="Joshua Adegboyo" userId="2e5b4730-a13d-4db8-a3d8-7908311e4eff" providerId="ADAL" clId="{3D6C1E9A-A2CA-5093-93C5-ACBA3B8500BF}" dt="2025-11-29T19:35:41.874" v="559" actId="26606"/>
          <ac:spMkLst>
            <pc:docMk/>
            <pc:sldMk cId="2696338794" sldId="343"/>
            <ac:spMk id="198" creationId="{36FD4D9D-3784-41E8-8405-A42B72F51331}"/>
          </ac:spMkLst>
        </pc:spChg>
        <pc:spChg chg="add">
          <ac:chgData name="Joshua Adegboyo" userId="2e5b4730-a13d-4db8-a3d8-7908311e4eff" providerId="ADAL" clId="{3D6C1E9A-A2CA-5093-93C5-ACBA3B8500BF}" dt="2025-11-29T19:35:41.874" v="559" actId="26606"/>
          <ac:spMkLst>
            <pc:docMk/>
            <pc:sldMk cId="2696338794" sldId="343"/>
            <ac:spMk id="202" creationId="{60817A52-B891-4228-A61E-0C0A57632DDA}"/>
          </ac:spMkLst>
        </pc:spChg>
      </pc:sldChg>
    </pc:docChg>
  </pc:docChgLst>
  <pc:docChgLst>
    <pc:chgData name="Brehon Parker" userId="S::bparker2012@fau.edu::ae4de249-130d-4818-9c9d-70c46a372f47" providerId="AD" clId="Web-{F3BE568E-7FEE-691C-7AD5-57D24E2352B2}"/>
    <pc:docChg chg="addSld delSld modSld">
      <pc:chgData name="Brehon Parker" userId="S::bparker2012@fau.edu::ae4de249-130d-4818-9c9d-70c46a372f47" providerId="AD" clId="Web-{F3BE568E-7FEE-691C-7AD5-57D24E2352B2}" dt="2025-11-30T22:29:32.511" v="25"/>
      <pc:docMkLst>
        <pc:docMk/>
      </pc:docMkLst>
      <pc:sldChg chg="addSp delSp modSp mod setBg setFolMasterObjs">
        <pc:chgData name="Brehon Parker" userId="S::bparker2012@fau.edu::ae4de249-130d-4818-9c9d-70c46a372f47" providerId="AD" clId="Web-{F3BE568E-7FEE-691C-7AD5-57D24E2352B2}" dt="2025-11-30T22:29:32.511" v="25"/>
        <pc:sldMkLst>
          <pc:docMk/>
          <pc:sldMk cId="1853345554" sldId="409"/>
        </pc:sldMkLst>
        <pc:spChg chg="add del mod">
          <ac:chgData name="Brehon Parker" userId="S::bparker2012@fau.edu::ae4de249-130d-4818-9c9d-70c46a372f47" providerId="AD" clId="Web-{F3BE568E-7FEE-691C-7AD5-57D24E2352B2}" dt="2025-11-30T22:14:31.075" v="3"/>
          <ac:spMkLst>
            <pc:docMk/>
            <pc:sldMk cId="1853345554" sldId="409"/>
            <ac:spMk id="2" creationId="{70739542-8EAA-4CDC-78B6-B40B523B4D39}"/>
          </ac:spMkLst>
        </pc:spChg>
        <pc:spChg chg="add del mod">
          <ac:chgData name="Brehon Parker" userId="S::bparker2012@fau.edu::ae4de249-130d-4818-9c9d-70c46a372f47" providerId="AD" clId="Web-{F3BE568E-7FEE-691C-7AD5-57D24E2352B2}" dt="2025-11-30T22:15:33.312" v="7"/>
          <ac:spMkLst>
            <pc:docMk/>
            <pc:sldMk cId="1853345554" sldId="409"/>
            <ac:spMk id="3" creationId="{DFCD2540-4201-269C-D556-F5FCC4963DC6}"/>
          </ac:spMkLst>
        </pc:spChg>
        <pc:spChg chg="add">
          <ac:chgData name="Brehon Parker" userId="S::bparker2012@fau.edu::ae4de249-130d-4818-9c9d-70c46a372f47" providerId="AD" clId="Web-{F3BE568E-7FEE-691C-7AD5-57D24E2352B2}" dt="2025-11-30T22:19:25.129" v="11"/>
          <ac:spMkLst>
            <pc:docMk/>
            <pc:sldMk cId="1853345554" sldId="409"/>
            <ac:spMk id="13" creationId="{DA1DAC79-DDBA-4382-9D43-6E5F685BE5FB}"/>
          </ac:spMkLst>
        </pc:spChg>
        <pc:spChg chg="add">
          <ac:chgData name="Brehon Parker" userId="S::bparker2012@fau.edu::ae4de249-130d-4818-9c9d-70c46a372f47" providerId="AD" clId="Web-{F3BE568E-7FEE-691C-7AD5-57D24E2352B2}" dt="2025-11-30T22:19:25.129" v="11"/>
          <ac:spMkLst>
            <pc:docMk/>
            <pc:sldMk cId="1853345554" sldId="409"/>
            <ac:spMk id="19" creationId="{6AACA73D-178F-4CFC-99E3-9F4FCBBDBA83}"/>
          </ac:spMkLst>
        </pc:spChg>
        <pc:spChg chg="add">
          <ac:chgData name="Brehon Parker" userId="S::bparker2012@fau.edu::ae4de249-130d-4818-9c9d-70c46a372f47" providerId="AD" clId="Web-{F3BE568E-7FEE-691C-7AD5-57D24E2352B2}" dt="2025-11-30T22:19:25.129" v="11"/>
          <ac:spMkLst>
            <pc:docMk/>
            <pc:sldMk cId="1853345554" sldId="409"/>
            <ac:spMk id="21" creationId="{D3031615-4E70-4AA1-B27C-F56E25379C5E}"/>
          </ac:spMkLst>
        </pc:spChg>
        <pc:spChg chg="add">
          <ac:chgData name="Brehon Parker" userId="S::bparker2012@fau.edu::ae4de249-130d-4818-9c9d-70c46a372f47" providerId="AD" clId="Web-{F3BE568E-7FEE-691C-7AD5-57D24E2352B2}" dt="2025-11-30T22:19:25.129" v="11"/>
          <ac:spMkLst>
            <pc:docMk/>
            <pc:sldMk cId="1853345554" sldId="409"/>
            <ac:spMk id="23" creationId="{32386D96-DF72-4275-B766-E00CBBFB0F2A}"/>
          </ac:spMkLst>
        </pc:spChg>
        <pc:picChg chg="add del mod modCrop">
          <ac:chgData name="Brehon Parker" userId="S::bparker2012@fau.edu::ae4de249-130d-4818-9c9d-70c46a372f47" providerId="AD" clId="Web-{F3BE568E-7FEE-691C-7AD5-57D24E2352B2}" dt="2025-11-30T22:22:51.351" v="14"/>
          <ac:picMkLst>
            <pc:docMk/>
            <pc:sldMk cId="1853345554" sldId="409"/>
            <ac:picMk id="4" creationId="{A018C305-87B8-723C-D487-FF167F36CFB3}"/>
          </ac:picMkLst>
        </pc:picChg>
        <pc:picChg chg="add mod modCrop">
          <ac:chgData name="Brehon Parker" userId="S::bparker2012@fau.edu::ae4de249-130d-4818-9c9d-70c46a372f47" providerId="AD" clId="Web-{F3BE568E-7FEE-691C-7AD5-57D24E2352B2}" dt="2025-11-30T22:29:32.511" v="25"/>
          <ac:picMkLst>
            <pc:docMk/>
            <pc:sldMk cId="1853345554" sldId="409"/>
            <ac:picMk id="5" creationId="{A286D30B-FBEB-1199-0107-716CD9197234}"/>
          </ac:picMkLst>
        </pc:picChg>
        <pc:picChg chg="add">
          <ac:chgData name="Brehon Parker" userId="S::bparker2012@fau.edu::ae4de249-130d-4818-9c9d-70c46a372f47" providerId="AD" clId="Web-{F3BE568E-7FEE-691C-7AD5-57D24E2352B2}" dt="2025-11-30T22:19:25.129" v="11"/>
          <ac:picMkLst>
            <pc:docMk/>
            <pc:sldMk cId="1853345554" sldId="409"/>
            <ac:picMk id="9" creationId="{5B89E5C5-A037-45B3-9D37-3658914D4799}"/>
          </ac:picMkLst>
        </pc:picChg>
        <pc:picChg chg="add">
          <ac:chgData name="Brehon Parker" userId="S::bparker2012@fau.edu::ae4de249-130d-4818-9c9d-70c46a372f47" providerId="AD" clId="Web-{F3BE568E-7FEE-691C-7AD5-57D24E2352B2}" dt="2025-11-30T22:19:25.129" v="11"/>
          <ac:picMkLst>
            <pc:docMk/>
            <pc:sldMk cId="1853345554" sldId="409"/>
            <ac:picMk id="11" creationId="{5ACB93B0-521E-443D-9750-AFCFDDB3E801}"/>
          </ac:picMkLst>
        </pc:picChg>
        <pc:picChg chg="add">
          <ac:chgData name="Brehon Parker" userId="S::bparker2012@fau.edu::ae4de249-130d-4818-9c9d-70c46a372f47" providerId="AD" clId="Web-{F3BE568E-7FEE-691C-7AD5-57D24E2352B2}" dt="2025-11-30T22:19:25.129" v="11"/>
          <ac:picMkLst>
            <pc:docMk/>
            <pc:sldMk cId="1853345554" sldId="409"/>
            <ac:picMk id="15" creationId="{E0880F10-995F-4F01-A83B-7ECDB7BE7905}"/>
          </ac:picMkLst>
        </pc:picChg>
        <pc:picChg chg="add">
          <ac:chgData name="Brehon Parker" userId="S::bparker2012@fau.edu::ae4de249-130d-4818-9c9d-70c46a372f47" providerId="AD" clId="Web-{F3BE568E-7FEE-691C-7AD5-57D24E2352B2}" dt="2025-11-30T22:19:25.129" v="11"/>
          <ac:picMkLst>
            <pc:docMk/>
            <pc:sldMk cId="1853345554" sldId="409"/>
            <ac:picMk id="17" creationId="{A2D49266-1F08-40F2-B0E1-1D919DCB5780}"/>
          </ac:picMkLst>
        </pc:picChg>
      </pc:sldChg>
      <pc:sldChg chg="new del">
        <pc:chgData name="Brehon Parker" userId="S::bparker2012@fau.edu::ae4de249-130d-4818-9c9d-70c46a372f47" providerId="AD" clId="Web-{F3BE568E-7FEE-691C-7AD5-57D24E2352B2}" dt="2025-11-30T22:15:46" v="9"/>
        <pc:sldMkLst>
          <pc:docMk/>
          <pc:sldMk cId="3728611116" sldId="455"/>
        </pc:sldMkLst>
      </pc:sldChg>
    </pc:docChg>
  </pc:docChgLst>
  <pc:docChgLst>
    <pc:chgData name="Anika Baro Villa" userId="67a94cae-1fc9-4df6-b5ef-a625656e99ed" providerId="ADAL" clId="{220EC3BC-A61D-4C2A-9580-0D396A49A061}"/>
    <pc:docChg chg="undo redo custSel addSld delSld modSld sldOrd">
      <pc:chgData name="Anika Baro Villa" userId="67a94cae-1fc9-4df6-b5ef-a625656e99ed" providerId="ADAL" clId="{220EC3BC-A61D-4C2A-9580-0D396A49A061}" dt="2025-12-01T01:25:52.109" v="1344" actId="1076"/>
      <pc:docMkLst>
        <pc:docMk/>
      </pc:docMkLst>
      <pc:sldChg chg="modSp mod">
        <pc:chgData name="Anika Baro Villa" userId="67a94cae-1fc9-4df6-b5ef-a625656e99ed" providerId="ADAL" clId="{220EC3BC-A61D-4C2A-9580-0D396A49A061}" dt="2025-11-29T20:01:54.974" v="1211" actId="2711"/>
        <pc:sldMkLst>
          <pc:docMk/>
          <pc:sldMk cId="2696338794" sldId="343"/>
        </pc:sldMkLst>
        <pc:spChg chg="mod">
          <ac:chgData name="Anika Baro Villa" userId="67a94cae-1fc9-4df6-b5ef-a625656e99ed" providerId="ADAL" clId="{220EC3BC-A61D-4C2A-9580-0D396A49A061}" dt="2025-11-29T20:01:54.974" v="1211" actId="2711"/>
          <ac:spMkLst>
            <pc:docMk/>
            <pc:sldMk cId="2696338794" sldId="343"/>
            <ac:spMk id="2" creationId="{AEEDF166-70CC-C2F7-9854-12BB6D109910}"/>
          </ac:spMkLst>
        </pc:spChg>
      </pc:sldChg>
      <pc:sldChg chg="modSp mod">
        <pc:chgData name="Anika Baro Villa" userId="67a94cae-1fc9-4df6-b5ef-a625656e99ed" providerId="ADAL" clId="{220EC3BC-A61D-4C2A-9580-0D396A49A061}" dt="2025-12-01T01:25:52.109" v="1344" actId="1076"/>
        <pc:sldMkLst>
          <pc:docMk/>
          <pc:sldMk cId="2116013473" sldId="415"/>
        </pc:sldMkLst>
        <pc:spChg chg="mod">
          <ac:chgData name="Anika Baro Villa" userId="67a94cae-1fc9-4df6-b5ef-a625656e99ed" providerId="ADAL" clId="{220EC3BC-A61D-4C2A-9580-0D396A49A061}" dt="2025-12-01T01:25:52.109" v="1344" actId="1076"/>
          <ac:spMkLst>
            <pc:docMk/>
            <pc:sldMk cId="2116013473" sldId="415"/>
            <ac:spMk id="5" creationId="{9196005C-6B52-F9C6-72F9-2FE499B7314B}"/>
          </ac:spMkLst>
        </pc:spChg>
        <pc:spChg chg="mod">
          <ac:chgData name="Anika Baro Villa" userId="67a94cae-1fc9-4df6-b5ef-a625656e99ed" providerId="ADAL" clId="{220EC3BC-A61D-4C2A-9580-0D396A49A061}" dt="2025-12-01T01:24:59.191" v="1343" actId="554"/>
          <ac:spMkLst>
            <pc:docMk/>
            <pc:sldMk cId="2116013473" sldId="415"/>
            <ac:spMk id="6" creationId="{EDD4F323-ADC6-B0EA-FCA8-065830A7E580}"/>
          </ac:spMkLst>
        </pc:spChg>
        <pc:spChg chg="mod">
          <ac:chgData name="Anika Baro Villa" userId="67a94cae-1fc9-4df6-b5ef-a625656e99ed" providerId="ADAL" clId="{220EC3BC-A61D-4C2A-9580-0D396A49A061}" dt="2025-12-01T01:24:51.626" v="1342" actId="554"/>
          <ac:spMkLst>
            <pc:docMk/>
            <pc:sldMk cId="2116013473" sldId="415"/>
            <ac:spMk id="7" creationId="{7F833368-9BE9-02B6-31FE-A337DF40930F}"/>
          </ac:spMkLst>
        </pc:spChg>
        <pc:spChg chg="mod">
          <ac:chgData name="Anika Baro Villa" userId="67a94cae-1fc9-4df6-b5ef-a625656e99ed" providerId="ADAL" clId="{220EC3BC-A61D-4C2A-9580-0D396A49A061}" dt="2025-12-01T01:24:51.626" v="1342" actId="554"/>
          <ac:spMkLst>
            <pc:docMk/>
            <pc:sldMk cId="2116013473" sldId="415"/>
            <ac:spMk id="10" creationId="{C7F3670E-FF23-875F-1B79-C2A8C34EB11B}"/>
          </ac:spMkLst>
        </pc:spChg>
        <pc:spChg chg="mod">
          <ac:chgData name="Anika Baro Villa" userId="67a94cae-1fc9-4df6-b5ef-a625656e99ed" providerId="ADAL" clId="{220EC3BC-A61D-4C2A-9580-0D396A49A061}" dt="2025-12-01T01:24:59.191" v="1343" actId="554"/>
          <ac:spMkLst>
            <pc:docMk/>
            <pc:sldMk cId="2116013473" sldId="415"/>
            <ac:spMk id="11" creationId="{8577F7AC-91A8-E889-9770-5149C84EB22B}"/>
          </ac:spMkLst>
        </pc:spChg>
      </pc:sldChg>
      <pc:sldChg chg="add del">
        <pc:chgData name="Anika Baro Villa" userId="67a94cae-1fc9-4df6-b5ef-a625656e99ed" providerId="ADAL" clId="{220EC3BC-A61D-4C2A-9580-0D396A49A061}" dt="2025-11-28T03:46:42.282" v="1159"/>
        <pc:sldMkLst>
          <pc:docMk/>
          <pc:sldMk cId="276590824" sldId="421"/>
        </pc:sldMkLst>
      </pc:sldChg>
      <pc:sldChg chg="addSp delSp add del setBg delDesignElem">
        <pc:chgData name="Anika Baro Villa" userId="67a94cae-1fc9-4df6-b5ef-a625656e99ed" providerId="ADAL" clId="{220EC3BC-A61D-4C2A-9580-0D396A49A061}" dt="2025-11-27T19:32:39.974" v="1147"/>
        <pc:sldMkLst>
          <pc:docMk/>
          <pc:sldMk cId="3598186283" sldId="423"/>
        </pc:sldMkLst>
        <pc:spChg chg="add del">
          <ac:chgData name="Anika Baro Villa" userId="67a94cae-1fc9-4df6-b5ef-a625656e99ed" providerId="ADAL" clId="{220EC3BC-A61D-4C2A-9580-0D396A49A061}" dt="2025-11-27T19:32:39.929" v="1146"/>
          <ac:spMkLst>
            <pc:docMk/>
            <pc:sldMk cId="3598186283" sldId="423"/>
            <ac:spMk id="78" creationId="{4FA533C5-33E3-4611-AF9F-72811D8B26A6}"/>
          </ac:spMkLst>
        </pc:spChg>
        <pc:spChg chg="add del">
          <ac:chgData name="Anika Baro Villa" userId="67a94cae-1fc9-4df6-b5ef-a625656e99ed" providerId="ADAL" clId="{220EC3BC-A61D-4C2A-9580-0D396A49A061}" dt="2025-11-27T19:32:39.929" v="1146"/>
          <ac:spMkLst>
            <pc:docMk/>
            <pc:sldMk cId="3598186283" sldId="423"/>
            <ac:spMk id="84" creationId="{87F0FDC4-AD8C-47D9-9131-623C98ADB0AE}"/>
          </ac:spMkLst>
        </pc:spChg>
        <pc:spChg chg="add del">
          <ac:chgData name="Anika Baro Villa" userId="67a94cae-1fc9-4df6-b5ef-a625656e99ed" providerId="ADAL" clId="{220EC3BC-A61D-4C2A-9580-0D396A49A061}" dt="2025-11-27T19:32:39.929" v="1146"/>
          <ac:spMkLst>
            <pc:docMk/>
            <pc:sldMk cId="3598186283" sldId="423"/>
            <ac:spMk id="86" creationId="{74CD14DB-BB81-479F-A1FC-1C75640E9F84}"/>
          </ac:spMkLst>
        </pc:spChg>
        <pc:spChg chg="add del">
          <ac:chgData name="Anika Baro Villa" userId="67a94cae-1fc9-4df6-b5ef-a625656e99ed" providerId="ADAL" clId="{220EC3BC-A61D-4C2A-9580-0D396A49A061}" dt="2025-11-27T19:32:39.929" v="1146"/>
          <ac:spMkLst>
            <pc:docMk/>
            <pc:sldMk cId="3598186283" sldId="423"/>
            <ac:spMk id="88" creationId="{C943A91B-7CA7-4592-A975-73B1BF8C4C74}"/>
          </ac:spMkLst>
        </pc:spChg>
        <pc:spChg chg="add del">
          <ac:chgData name="Anika Baro Villa" userId="67a94cae-1fc9-4df6-b5ef-a625656e99ed" providerId="ADAL" clId="{220EC3BC-A61D-4C2A-9580-0D396A49A061}" dt="2025-11-27T19:32:39.929" v="1146"/>
          <ac:spMkLst>
            <pc:docMk/>
            <pc:sldMk cId="3598186283" sldId="423"/>
            <ac:spMk id="90" creationId="{EC471314-E46A-414B-8D91-74880E84F187}"/>
          </ac:spMkLst>
        </pc:spChg>
        <pc:spChg chg="add del">
          <ac:chgData name="Anika Baro Villa" userId="67a94cae-1fc9-4df6-b5ef-a625656e99ed" providerId="ADAL" clId="{220EC3BC-A61D-4C2A-9580-0D396A49A061}" dt="2025-11-27T19:32:39.929" v="1146"/>
          <ac:spMkLst>
            <pc:docMk/>
            <pc:sldMk cId="3598186283" sldId="423"/>
            <ac:spMk id="92" creationId="{6A681326-1C9D-44A3-A627-3871BDAE4127}"/>
          </ac:spMkLst>
        </pc:spChg>
        <pc:picChg chg="add del">
          <ac:chgData name="Anika Baro Villa" userId="67a94cae-1fc9-4df6-b5ef-a625656e99ed" providerId="ADAL" clId="{220EC3BC-A61D-4C2A-9580-0D396A49A061}" dt="2025-11-27T19:32:39.929" v="1146"/>
          <ac:picMkLst>
            <pc:docMk/>
            <pc:sldMk cId="3598186283" sldId="423"/>
            <ac:picMk id="74" creationId="{91B28F63-CF00-448F-B141-FE33C33B1891}"/>
          </ac:picMkLst>
        </pc:picChg>
        <pc:picChg chg="add del">
          <ac:chgData name="Anika Baro Villa" userId="67a94cae-1fc9-4df6-b5ef-a625656e99ed" providerId="ADAL" clId="{220EC3BC-A61D-4C2A-9580-0D396A49A061}" dt="2025-11-27T19:32:39.929" v="1146"/>
          <ac:picMkLst>
            <pc:docMk/>
            <pc:sldMk cId="3598186283" sldId="423"/>
            <ac:picMk id="76" creationId="{2AE609E2-8522-44E4-9077-980E5BCF3E14}"/>
          </ac:picMkLst>
        </pc:picChg>
        <pc:picChg chg="add del">
          <ac:chgData name="Anika Baro Villa" userId="67a94cae-1fc9-4df6-b5ef-a625656e99ed" providerId="ADAL" clId="{220EC3BC-A61D-4C2A-9580-0D396A49A061}" dt="2025-11-27T19:32:39.929" v="1146"/>
          <ac:picMkLst>
            <pc:docMk/>
            <pc:sldMk cId="3598186283" sldId="423"/>
            <ac:picMk id="80" creationId="{8949AD42-25FD-4C3D-9EEE-B7FEC5809988}"/>
          </ac:picMkLst>
        </pc:picChg>
        <pc:picChg chg="add del">
          <ac:chgData name="Anika Baro Villa" userId="67a94cae-1fc9-4df6-b5ef-a625656e99ed" providerId="ADAL" clId="{220EC3BC-A61D-4C2A-9580-0D396A49A061}" dt="2025-11-27T19:32:39.929" v="1146"/>
          <ac:picMkLst>
            <pc:docMk/>
            <pc:sldMk cId="3598186283" sldId="423"/>
            <ac:picMk id="82" creationId="{6AC7D913-60B7-4603-881B-831DA5D3A940}"/>
          </ac:picMkLst>
        </pc:picChg>
      </pc:sldChg>
      <pc:sldChg chg="modSp add del mod">
        <pc:chgData name="Anika Baro Villa" userId="67a94cae-1fc9-4df6-b5ef-a625656e99ed" providerId="ADAL" clId="{220EC3BC-A61D-4C2A-9580-0D396A49A061}" dt="2025-11-29T20:02:59.530" v="1212" actId="27107"/>
        <pc:sldMkLst>
          <pc:docMk/>
          <pc:sldMk cId="69178717" sldId="427"/>
        </pc:sldMkLst>
        <pc:spChg chg="mod">
          <ac:chgData name="Anika Baro Villa" userId="67a94cae-1fc9-4df6-b5ef-a625656e99ed" providerId="ADAL" clId="{220EC3BC-A61D-4C2A-9580-0D396A49A061}" dt="2025-11-29T20:02:59.530" v="1212" actId="27107"/>
          <ac:spMkLst>
            <pc:docMk/>
            <pc:sldMk cId="69178717" sldId="427"/>
            <ac:spMk id="16" creationId="{D9201688-26AF-E5AD-1B4A-6435B60A698E}"/>
          </ac:spMkLst>
        </pc:spChg>
      </pc:sldChg>
      <pc:sldChg chg="modSp add mod">
        <pc:chgData name="Anika Baro Villa" userId="67a94cae-1fc9-4df6-b5ef-a625656e99ed" providerId="ADAL" clId="{220EC3BC-A61D-4C2A-9580-0D396A49A061}" dt="2025-11-29T03:14:42.127" v="1174" actId="20577"/>
        <pc:sldMkLst>
          <pc:docMk/>
          <pc:sldMk cId="2221651382" sldId="428"/>
        </pc:sldMkLst>
        <pc:spChg chg="mod">
          <ac:chgData name="Anika Baro Villa" userId="67a94cae-1fc9-4df6-b5ef-a625656e99ed" providerId="ADAL" clId="{220EC3BC-A61D-4C2A-9580-0D396A49A061}" dt="2025-11-29T03:14:42.127" v="1174" actId="20577"/>
          <ac:spMkLst>
            <pc:docMk/>
            <pc:sldMk cId="2221651382" sldId="428"/>
            <ac:spMk id="16" creationId="{627789B8-1143-E79F-FA5A-3777362086DB}"/>
          </ac:spMkLst>
        </pc:spChg>
      </pc:sldChg>
      <pc:sldChg chg="modSp add mod">
        <pc:chgData name="Anika Baro Villa" userId="67a94cae-1fc9-4df6-b5ef-a625656e99ed" providerId="ADAL" clId="{220EC3BC-A61D-4C2A-9580-0D396A49A061}" dt="2025-11-29T03:14:53.957" v="1175" actId="20577"/>
        <pc:sldMkLst>
          <pc:docMk/>
          <pc:sldMk cId="3730850894" sldId="429"/>
        </pc:sldMkLst>
        <pc:spChg chg="mod">
          <ac:chgData name="Anika Baro Villa" userId="67a94cae-1fc9-4df6-b5ef-a625656e99ed" providerId="ADAL" clId="{220EC3BC-A61D-4C2A-9580-0D396A49A061}" dt="2025-11-29T03:14:53.957" v="1175" actId="20577"/>
          <ac:spMkLst>
            <pc:docMk/>
            <pc:sldMk cId="3730850894" sldId="429"/>
            <ac:spMk id="16" creationId="{3DDC3D3E-BD09-EE23-3D64-012A8CE69AF2}"/>
          </ac:spMkLst>
        </pc:spChg>
      </pc:sldChg>
      <pc:sldChg chg="add">
        <pc:chgData name="Anika Baro Villa" userId="67a94cae-1fc9-4df6-b5ef-a625656e99ed" providerId="ADAL" clId="{220EC3BC-A61D-4C2A-9580-0D396A49A061}" dt="2025-11-28T04:02:34.536" v="1171"/>
        <pc:sldMkLst>
          <pc:docMk/>
          <pc:sldMk cId="2064850296" sldId="430"/>
        </pc:sldMkLst>
      </pc:sldChg>
      <pc:sldChg chg="add">
        <pc:chgData name="Anika Baro Villa" userId="67a94cae-1fc9-4df6-b5ef-a625656e99ed" providerId="ADAL" clId="{220EC3BC-A61D-4C2A-9580-0D396A49A061}" dt="2025-11-29T19:58:49.951" v="1179"/>
        <pc:sldMkLst>
          <pc:docMk/>
          <pc:sldMk cId="435314800" sldId="437"/>
        </pc:sldMkLst>
      </pc:sldChg>
      <pc:sldChg chg="add">
        <pc:chgData name="Anika Baro Villa" userId="67a94cae-1fc9-4df6-b5ef-a625656e99ed" providerId="ADAL" clId="{220EC3BC-A61D-4C2A-9580-0D396A49A061}" dt="2025-11-29T19:59:44.535" v="1183"/>
        <pc:sldMkLst>
          <pc:docMk/>
          <pc:sldMk cId="2046234461" sldId="438"/>
        </pc:sldMkLst>
      </pc:sldChg>
      <pc:sldChg chg="add">
        <pc:chgData name="Anika Baro Villa" userId="67a94cae-1fc9-4df6-b5ef-a625656e99ed" providerId="ADAL" clId="{220EC3BC-A61D-4C2A-9580-0D396A49A061}" dt="2025-11-29T20:00:01.435" v="1187"/>
        <pc:sldMkLst>
          <pc:docMk/>
          <pc:sldMk cId="2750319471" sldId="439"/>
        </pc:sldMkLst>
      </pc:sldChg>
      <pc:sldChg chg="add">
        <pc:chgData name="Anika Baro Villa" userId="67a94cae-1fc9-4df6-b5ef-a625656e99ed" providerId="ADAL" clId="{220EC3BC-A61D-4C2A-9580-0D396A49A061}" dt="2025-11-29T20:00:11.495" v="1191"/>
        <pc:sldMkLst>
          <pc:docMk/>
          <pc:sldMk cId="862177447" sldId="440"/>
        </pc:sldMkLst>
      </pc:sldChg>
      <pc:sldChg chg="add">
        <pc:chgData name="Anika Baro Villa" userId="67a94cae-1fc9-4df6-b5ef-a625656e99ed" providerId="ADAL" clId="{220EC3BC-A61D-4C2A-9580-0D396A49A061}" dt="2025-11-29T20:00:58.109" v="1199"/>
        <pc:sldMkLst>
          <pc:docMk/>
          <pc:sldMk cId="2002536887" sldId="441"/>
        </pc:sldMkLst>
      </pc:sldChg>
      <pc:sldChg chg="add">
        <pc:chgData name="Anika Baro Villa" userId="67a94cae-1fc9-4df6-b5ef-a625656e99ed" providerId="ADAL" clId="{220EC3BC-A61D-4C2A-9580-0D396A49A061}" dt="2025-11-29T20:01:12.462" v="1204"/>
        <pc:sldMkLst>
          <pc:docMk/>
          <pc:sldMk cId="3331516747" sldId="442"/>
        </pc:sldMkLst>
      </pc:sldChg>
      <pc:sldChg chg="add">
        <pc:chgData name="Anika Baro Villa" userId="67a94cae-1fc9-4df6-b5ef-a625656e99ed" providerId="ADAL" clId="{220EC3BC-A61D-4C2A-9580-0D396A49A061}" dt="2025-11-29T20:01:29.543" v="1209"/>
        <pc:sldMkLst>
          <pc:docMk/>
          <pc:sldMk cId="1491267717" sldId="443"/>
        </pc:sldMkLst>
      </pc:sldChg>
      <pc:sldChg chg="add">
        <pc:chgData name="Anika Baro Villa" userId="67a94cae-1fc9-4df6-b5ef-a625656e99ed" providerId="ADAL" clId="{220EC3BC-A61D-4C2A-9580-0D396A49A061}" dt="2025-11-29T21:51:54.730" v="1234"/>
        <pc:sldMkLst>
          <pc:docMk/>
          <pc:sldMk cId="3824728482" sldId="449"/>
        </pc:sldMkLst>
      </pc:sldChg>
      <pc:sldChg chg="modSp add mod">
        <pc:chgData name="Anika Baro Villa" userId="67a94cae-1fc9-4df6-b5ef-a625656e99ed" providerId="ADAL" clId="{220EC3BC-A61D-4C2A-9580-0D396A49A061}" dt="2025-12-01T01:20:05.159" v="1306" actId="1035"/>
        <pc:sldMkLst>
          <pc:docMk/>
          <pc:sldMk cId="2123041492" sldId="453"/>
        </pc:sldMkLst>
        <pc:spChg chg="mod">
          <ac:chgData name="Anika Baro Villa" userId="67a94cae-1fc9-4df6-b5ef-a625656e99ed" providerId="ADAL" clId="{220EC3BC-A61D-4C2A-9580-0D396A49A061}" dt="2025-12-01T01:20:05.159" v="1306" actId="1035"/>
          <ac:spMkLst>
            <pc:docMk/>
            <pc:sldMk cId="2123041492" sldId="453"/>
            <ac:spMk id="4" creationId="{B741212C-3CC3-6A4F-803B-E002DCD3BBBF}"/>
          </ac:spMkLst>
        </pc:spChg>
      </pc:sldChg>
      <pc:sldChg chg="add">
        <pc:chgData name="Anika Baro Villa" userId="67a94cae-1fc9-4df6-b5ef-a625656e99ed" providerId="ADAL" clId="{220EC3BC-A61D-4C2A-9580-0D396A49A061}" dt="2025-11-29T22:16:55.914" v="1278"/>
        <pc:sldMkLst>
          <pc:docMk/>
          <pc:sldMk cId="2940896319" sldId="454"/>
        </pc:sldMkLst>
      </pc:sldChg>
      <pc:sldChg chg="delSp add del mod">
        <pc:chgData name="Anika Baro Villa" userId="67a94cae-1fc9-4df6-b5ef-a625656e99ed" providerId="ADAL" clId="{220EC3BC-A61D-4C2A-9580-0D396A49A061}" dt="2025-11-30T23:22:55.061" v="1295" actId="47"/>
        <pc:sldMkLst>
          <pc:docMk/>
          <pc:sldMk cId="510777246" sldId="455"/>
        </pc:sldMkLst>
        <pc:picChg chg="del">
          <ac:chgData name="Anika Baro Villa" userId="67a94cae-1fc9-4df6-b5ef-a625656e99ed" providerId="ADAL" clId="{220EC3BC-A61D-4C2A-9580-0D396A49A061}" dt="2025-11-30T23:21:47.605" v="1283" actId="478"/>
          <ac:picMkLst>
            <pc:docMk/>
            <pc:sldMk cId="510777246" sldId="455"/>
            <ac:picMk id="7" creationId="{83586CBC-19F1-D0C6-40B8-536120DD6804}"/>
          </ac:picMkLst>
        </pc:picChg>
      </pc:sldChg>
      <pc:sldChg chg="addSp delSp modSp add mod">
        <pc:chgData name="Anika Baro Villa" userId="67a94cae-1fc9-4df6-b5ef-a625656e99ed" providerId="ADAL" clId="{220EC3BC-A61D-4C2A-9580-0D396A49A061}" dt="2025-11-30T23:22:50.414" v="1294" actId="1076"/>
        <pc:sldMkLst>
          <pc:docMk/>
          <pc:sldMk cId="277161694" sldId="456"/>
        </pc:sldMkLst>
        <pc:spChg chg="add mod">
          <ac:chgData name="Anika Baro Villa" userId="67a94cae-1fc9-4df6-b5ef-a625656e99ed" providerId="ADAL" clId="{220EC3BC-A61D-4C2A-9580-0D396A49A061}" dt="2025-11-30T23:22:03.332" v="1287" actId="478"/>
          <ac:spMkLst>
            <pc:docMk/>
            <pc:sldMk cId="277161694" sldId="456"/>
            <ac:spMk id="3" creationId="{4901605E-EBAD-7DB0-695E-39D5848275A9}"/>
          </ac:spMkLst>
        </pc:spChg>
        <pc:spChg chg="del">
          <ac:chgData name="Anika Baro Villa" userId="67a94cae-1fc9-4df6-b5ef-a625656e99ed" providerId="ADAL" clId="{220EC3BC-A61D-4C2A-9580-0D396A49A061}" dt="2025-11-30T23:22:03.332" v="1287" actId="478"/>
          <ac:spMkLst>
            <pc:docMk/>
            <pc:sldMk cId="277161694" sldId="456"/>
            <ac:spMk id="15" creationId="{D4DA7C1E-2B2E-150E-F518-2385B5A5730A}"/>
          </ac:spMkLst>
        </pc:spChg>
        <pc:spChg chg="del">
          <ac:chgData name="Anika Baro Villa" userId="67a94cae-1fc9-4df6-b5ef-a625656e99ed" providerId="ADAL" clId="{220EC3BC-A61D-4C2A-9580-0D396A49A061}" dt="2025-11-30T23:22:03.332" v="1287" actId="478"/>
          <ac:spMkLst>
            <pc:docMk/>
            <pc:sldMk cId="277161694" sldId="456"/>
            <ac:spMk id="16" creationId="{30A4CFB5-9257-F97B-D84F-8719AE5F71A8}"/>
          </ac:spMkLst>
        </pc:spChg>
        <pc:spChg chg="del">
          <ac:chgData name="Anika Baro Villa" userId="67a94cae-1fc9-4df6-b5ef-a625656e99ed" providerId="ADAL" clId="{220EC3BC-A61D-4C2A-9580-0D396A49A061}" dt="2025-11-30T23:22:03.332" v="1287" actId="478"/>
          <ac:spMkLst>
            <pc:docMk/>
            <pc:sldMk cId="277161694" sldId="456"/>
            <ac:spMk id="22" creationId="{94DA79F2-878B-6456-E8B9-7AD4ABD9F4CF}"/>
          </ac:spMkLst>
        </pc:spChg>
        <pc:picChg chg="add mod">
          <ac:chgData name="Anika Baro Villa" userId="67a94cae-1fc9-4df6-b5ef-a625656e99ed" providerId="ADAL" clId="{220EC3BC-A61D-4C2A-9580-0D396A49A061}" dt="2025-11-30T23:22:50.414" v="1294" actId="1076"/>
          <ac:picMkLst>
            <pc:docMk/>
            <pc:sldMk cId="277161694" sldId="456"/>
            <ac:picMk id="5" creationId="{D882D6AA-56C9-231A-EE4E-8B8732DA1332}"/>
          </ac:picMkLst>
        </pc:picChg>
        <pc:picChg chg="add mod">
          <ac:chgData name="Anika Baro Villa" userId="67a94cae-1fc9-4df6-b5ef-a625656e99ed" providerId="ADAL" clId="{220EC3BC-A61D-4C2A-9580-0D396A49A061}" dt="2025-11-30T23:22:15.849" v="1289"/>
          <ac:picMkLst>
            <pc:docMk/>
            <pc:sldMk cId="277161694" sldId="456"/>
            <ac:picMk id="7" creationId="{4C7CD59E-67B7-1CC3-9BEA-63AC714A9479}"/>
          </ac:picMkLst>
        </pc:picChg>
        <pc:cxnChg chg="del">
          <ac:chgData name="Anika Baro Villa" userId="67a94cae-1fc9-4df6-b5ef-a625656e99ed" providerId="ADAL" clId="{220EC3BC-A61D-4C2A-9580-0D396A49A061}" dt="2025-11-30T23:22:03.332" v="1287" actId="478"/>
          <ac:cxnSpMkLst>
            <pc:docMk/>
            <pc:sldMk cId="277161694" sldId="456"/>
            <ac:cxnSpMk id="20" creationId="{206FC71D-2F85-CCBC-18B1-A0BC7C7C3274}"/>
          </ac:cxnSpMkLst>
        </pc:cxnChg>
      </pc:sldChg>
      <pc:sldChg chg="add del">
        <pc:chgData name="Anika Baro Villa" userId="67a94cae-1fc9-4df6-b5ef-a625656e99ed" providerId="ADAL" clId="{220EC3BC-A61D-4C2A-9580-0D396A49A061}" dt="2025-11-30T23:21:56.277" v="1285"/>
        <pc:sldMkLst>
          <pc:docMk/>
          <pc:sldMk cId="3036741475" sldId="456"/>
        </pc:sldMkLst>
      </pc:sldChg>
    </pc:docChg>
  </pc:docChgLst>
  <pc:docChgLst>
    <pc:chgData name="Joshua Adegboyo" userId="S::jadegboyo2023@fau.edu::2e5b4730-a13d-4db8-a3d8-7908311e4eff" providerId="AD" clId="Web-{D22F28A6-4F62-5EB9-E524-3BEDC4D24787}"/>
    <pc:docChg chg="modSld">
      <pc:chgData name="Joshua Adegboyo" userId="S::jadegboyo2023@fau.edu::2e5b4730-a13d-4db8-a3d8-7908311e4eff" providerId="AD" clId="Web-{D22F28A6-4F62-5EB9-E524-3BEDC4D24787}" dt="2025-11-29T20:00:06.815" v="0" actId="1076"/>
      <pc:docMkLst>
        <pc:docMk/>
      </pc:docMkLst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45C1C2-2CC2-4F02-A5C6-DC88E5CA0F4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207A184-5681-42C1-9285-29B60160A104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 b="1">
              <a:latin typeface="Cambria" panose="02040503050406030204" pitchFamily="18" charset="0"/>
              <a:ea typeface="Cambria" panose="02040503050406030204" pitchFamily="18" charset="0"/>
            </a:rPr>
            <a:t>Functional Requirements</a:t>
          </a:r>
          <a:endParaRPr lang="en-US" sz="16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04FC9ABB-C394-4A90-AC8B-38FE61FF4814}" type="parTrans" cxnId="{41DF21E1-6DE2-4303-88E2-E3C51F21343F}">
      <dgm:prSet/>
      <dgm:spPr/>
      <dgm:t>
        <a:bodyPr/>
        <a:lstStyle/>
        <a:p>
          <a:endParaRPr lang="en-US"/>
        </a:p>
      </dgm:t>
    </dgm:pt>
    <dgm:pt modelId="{98AB4DF6-0643-498F-8C2A-95247D4E3F5E}" type="sibTrans" cxnId="{41DF21E1-6DE2-4303-88E2-E3C51F21343F}">
      <dgm:prSet/>
      <dgm:spPr/>
      <dgm:t>
        <a:bodyPr/>
        <a:lstStyle/>
        <a:p>
          <a:endParaRPr lang="en-US"/>
        </a:p>
      </dgm:t>
    </dgm:pt>
    <dgm:pt modelId="{CD18ECF3-71DD-415C-90A1-A4EA66F6E18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Must support stage-wise analysis</a:t>
          </a:r>
        </a:p>
      </dgm:t>
    </dgm:pt>
    <dgm:pt modelId="{DF260F72-C82C-47F5-BE83-0E6A4A6AA711}" type="parTrans" cxnId="{3351A9AC-139B-483C-A708-382E876DAC6E}">
      <dgm:prSet/>
      <dgm:spPr/>
      <dgm:t>
        <a:bodyPr/>
        <a:lstStyle/>
        <a:p>
          <a:endParaRPr lang="en-US"/>
        </a:p>
      </dgm:t>
    </dgm:pt>
    <dgm:pt modelId="{873E0291-5B6C-4B38-B446-FF0094AC0453}" type="sibTrans" cxnId="{3351A9AC-139B-483C-A708-382E876DAC6E}">
      <dgm:prSet/>
      <dgm:spPr/>
      <dgm:t>
        <a:bodyPr/>
        <a:lstStyle/>
        <a:p>
          <a:endParaRPr lang="en-US"/>
        </a:p>
      </dgm:t>
    </dgm:pt>
    <dgm:pt modelId="{868B3903-28A5-494F-8407-0EC2A8E70247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 b="1">
              <a:latin typeface="Cambria" panose="02040503050406030204" pitchFamily="18" charset="0"/>
              <a:ea typeface="Cambria" panose="02040503050406030204" pitchFamily="18" charset="0"/>
            </a:rPr>
            <a:t>Non-Functional Requirements</a:t>
          </a:r>
          <a:endParaRPr lang="en-US" sz="16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BD1EF482-B5FC-445D-82E0-E22208E978DB}" type="parTrans" cxnId="{F39942F2-9FD6-4773-AB60-CCC7B1EF9424}">
      <dgm:prSet/>
      <dgm:spPr/>
      <dgm:t>
        <a:bodyPr/>
        <a:lstStyle/>
        <a:p>
          <a:endParaRPr lang="en-US"/>
        </a:p>
      </dgm:t>
    </dgm:pt>
    <dgm:pt modelId="{5ED0E6DD-8DA2-4A13-A655-B09A43F65215}" type="sibTrans" cxnId="{F39942F2-9FD6-4773-AB60-CCC7B1EF9424}">
      <dgm:prSet/>
      <dgm:spPr/>
      <dgm:t>
        <a:bodyPr/>
        <a:lstStyle/>
        <a:p>
          <a:endParaRPr lang="en-US"/>
        </a:p>
      </dgm:t>
    </dgm:pt>
    <dgm:pt modelId="{AF3284C4-5B25-4ACA-952A-9FE6B942354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 b="1">
              <a:latin typeface="Cambria" panose="02040503050406030204" pitchFamily="18" charset="0"/>
              <a:ea typeface="Cambria" panose="02040503050406030204" pitchFamily="18" charset="0"/>
            </a:rPr>
            <a:t>Reproducibility:</a:t>
          </a: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 Fixed seeds, identical preprocessing across notebooks</a:t>
          </a:r>
        </a:p>
      </dgm:t>
    </dgm:pt>
    <dgm:pt modelId="{151A93B8-0F8C-44CE-9F56-BE561BCCDF6B}" type="parTrans" cxnId="{040CB5B3-EEF3-4B8F-BECF-88825033C484}">
      <dgm:prSet/>
      <dgm:spPr/>
      <dgm:t>
        <a:bodyPr/>
        <a:lstStyle/>
        <a:p>
          <a:endParaRPr lang="en-US"/>
        </a:p>
      </dgm:t>
    </dgm:pt>
    <dgm:pt modelId="{8586E79D-ABBA-444D-B090-FE1360D06B24}" type="sibTrans" cxnId="{040CB5B3-EEF3-4B8F-BECF-88825033C484}">
      <dgm:prSet/>
      <dgm:spPr/>
      <dgm:t>
        <a:bodyPr/>
        <a:lstStyle/>
        <a:p>
          <a:endParaRPr lang="en-US"/>
        </a:p>
      </dgm:t>
    </dgm:pt>
    <dgm:pt modelId="{77CD1CBF-D714-47F0-BD58-C4E895354AD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 b="1">
              <a:latin typeface="Cambria" panose="02040503050406030204" pitchFamily="18" charset="0"/>
              <a:ea typeface="Cambria" panose="02040503050406030204" pitchFamily="18" charset="0"/>
            </a:rPr>
            <a:t>Explainability:</a:t>
          </a: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 Feature importance, coefficient plots, weight rankings</a:t>
          </a:r>
        </a:p>
      </dgm:t>
    </dgm:pt>
    <dgm:pt modelId="{7AAAB9F8-0D6F-45A3-8B0E-94B9024CEF46}" type="parTrans" cxnId="{1B53EE57-FD71-4240-8E8B-4DB1DE3588D1}">
      <dgm:prSet/>
      <dgm:spPr/>
      <dgm:t>
        <a:bodyPr/>
        <a:lstStyle/>
        <a:p>
          <a:endParaRPr lang="en-US"/>
        </a:p>
      </dgm:t>
    </dgm:pt>
    <dgm:pt modelId="{38CD9423-6346-46DE-9C8B-12E4823F42C8}" type="sibTrans" cxnId="{1B53EE57-FD71-4240-8E8B-4DB1DE3588D1}">
      <dgm:prSet/>
      <dgm:spPr/>
      <dgm:t>
        <a:bodyPr/>
        <a:lstStyle/>
        <a:p>
          <a:endParaRPr lang="en-US"/>
        </a:p>
      </dgm:t>
    </dgm:pt>
    <dgm:pt modelId="{836B8141-4458-4442-85FB-B27372D0CF5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 b="1">
              <a:latin typeface="Cambria" panose="02040503050406030204" pitchFamily="18" charset="0"/>
              <a:ea typeface="Cambria" panose="02040503050406030204" pitchFamily="18" charset="0"/>
            </a:rPr>
            <a:t>Performance:</a:t>
          </a: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 Must be runnable within Colab runtime</a:t>
          </a:r>
        </a:p>
      </dgm:t>
    </dgm:pt>
    <dgm:pt modelId="{58D78994-A2E8-4B53-AE80-11EA07428A3D}" type="parTrans" cxnId="{48910521-C98C-4200-8FD2-A646D734EDAD}">
      <dgm:prSet/>
      <dgm:spPr/>
      <dgm:t>
        <a:bodyPr/>
        <a:lstStyle/>
        <a:p>
          <a:endParaRPr lang="en-US"/>
        </a:p>
      </dgm:t>
    </dgm:pt>
    <dgm:pt modelId="{96D6935E-E78A-4764-BBCC-C8EDA57FFE2B}" type="sibTrans" cxnId="{48910521-C98C-4200-8FD2-A646D734EDAD}">
      <dgm:prSet/>
      <dgm:spPr/>
      <dgm:t>
        <a:bodyPr/>
        <a:lstStyle/>
        <a:p>
          <a:endParaRPr lang="en-US"/>
        </a:p>
      </dgm:t>
    </dgm:pt>
    <dgm:pt modelId="{E151AB2C-1CDE-4D26-AF7B-AEF82F053C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 b="1">
              <a:latin typeface="Cambria" panose="02040503050406030204" pitchFamily="18" charset="0"/>
              <a:ea typeface="Cambria" panose="02040503050406030204" pitchFamily="18" charset="0"/>
            </a:rPr>
            <a:t>Scalability:</a:t>
          </a: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 Handle 1,209 samples and 1,881 miRNAs efficiently</a:t>
          </a:r>
        </a:p>
      </dgm:t>
    </dgm:pt>
    <dgm:pt modelId="{2F6EB8E5-5CCA-4730-8BB6-AE57552735F3}" type="parTrans" cxnId="{5DDE5302-CB89-4939-9B16-200314D917FD}">
      <dgm:prSet/>
      <dgm:spPr/>
      <dgm:t>
        <a:bodyPr/>
        <a:lstStyle/>
        <a:p>
          <a:endParaRPr lang="en-US"/>
        </a:p>
      </dgm:t>
    </dgm:pt>
    <dgm:pt modelId="{BE08923A-9C4F-4B48-B935-A1787B756C8A}" type="sibTrans" cxnId="{5DDE5302-CB89-4939-9B16-200314D917FD}">
      <dgm:prSet/>
      <dgm:spPr/>
      <dgm:t>
        <a:bodyPr/>
        <a:lstStyle/>
        <a:p>
          <a:endParaRPr lang="en-US"/>
        </a:p>
      </dgm:t>
    </dgm:pt>
    <dgm:pt modelId="{3DFCD08C-68FE-4F2B-84FA-89929EE78D1D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 b="1">
              <a:latin typeface="Cambria" panose="02040503050406030204" pitchFamily="18" charset="0"/>
              <a:ea typeface="Cambria" panose="02040503050406030204" pitchFamily="18" charset="0"/>
            </a:rPr>
            <a:t>Project Constraints</a:t>
          </a:r>
          <a:endParaRPr lang="en-US" sz="16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4FBE23A7-E4E2-44CB-82A9-7C7EFF12641B}" type="parTrans" cxnId="{F0E38CBF-F078-4F95-9B3A-E87B494FFBF3}">
      <dgm:prSet/>
      <dgm:spPr/>
      <dgm:t>
        <a:bodyPr/>
        <a:lstStyle/>
        <a:p>
          <a:endParaRPr lang="en-US"/>
        </a:p>
      </dgm:t>
    </dgm:pt>
    <dgm:pt modelId="{439D7C37-466F-4A7B-8991-A967C0F93E1A}" type="sibTrans" cxnId="{F0E38CBF-F078-4F95-9B3A-E87B494FFBF3}">
      <dgm:prSet/>
      <dgm:spPr/>
      <dgm:t>
        <a:bodyPr/>
        <a:lstStyle/>
        <a:p>
          <a:endParaRPr lang="en-US"/>
        </a:p>
      </dgm:t>
    </dgm:pt>
    <dgm:pt modelId="{3B95B4F0-112C-4839-B288-000BD3B7E90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 b="1">
              <a:latin typeface="Cambria" panose="02040503050406030204" pitchFamily="18" charset="0"/>
              <a:ea typeface="Cambria" panose="02040503050406030204" pitchFamily="18" charset="0"/>
            </a:rPr>
            <a:t>Very high dimensionality: </a:t>
          </a: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Requires strong feature-selection</a:t>
          </a:r>
        </a:p>
      </dgm:t>
    </dgm:pt>
    <dgm:pt modelId="{CA72B6F7-2F91-4A87-9D6A-EBA96DDFD174}" type="parTrans" cxnId="{DD48F1AA-5036-4471-A9FB-69E3499CB1A9}">
      <dgm:prSet/>
      <dgm:spPr/>
      <dgm:t>
        <a:bodyPr/>
        <a:lstStyle/>
        <a:p>
          <a:endParaRPr lang="en-US"/>
        </a:p>
      </dgm:t>
    </dgm:pt>
    <dgm:pt modelId="{680E0419-E4C4-4E21-971C-40FBCFAB7F6D}" type="sibTrans" cxnId="{DD48F1AA-5036-4471-A9FB-69E3499CB1A9}">
      <dgm:prSet/>
      <dgm:spPr/>
      <dgm:t>
        <a:bodyPr/>
        <a:lstStyle/>
        <a:p>
          <a:endParaRPr lang="en-US"/>
        </a:p>
      </dgm:t>
    </dgm:pt>
    <dgm:pt modelId="{BFB24026-1BF5-4E28-9E1A-FD8CCDD0265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 b="1">
              <a:latin typeface="Cambria" panose="02040503050406030204" pitchFamily="18" charset="0"/>
              <a:ea typeface="Cambria" panose="02040503050406030204" pitchFamily="18" charset="0"/>
            </a:rPr>
            <a:t>Imbalanced class distribution:</a:t>
          </a: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 Needs class weighting</a:t>
          </a:r>
        </a:p>
      </dgm:t>
    </dgm:pt>
    <dgm:pt modelId="{880AD3DB-26C0-4329-ACC4-84104DC5362C}" type="parTrans" cxnId="{57E7DC89-8DEB-4F79-B8D3-863B75094373}">
      <dgm:prSet/>
      <dgm:spPr/>
      <dgm:t>
        <a:bodyPr/>
        <a:lstStyle/>
        <a:p>
          <a:endParaRPr lang="en-US"/>
        </a:p>
      </dgm:t>
    </dgm:pt>
    <dgm:pt modelId="{0A574C09-3280-40B9-9301-25755CE8FF6D}" type="sibTrans" cxnId="{57E7DC89-8DEB-4F79-B8D3-863B75094373}">
      <dgm:prSet/>
      <dgm:spPr/>
      <dgm:t>
        <a:bodyPr/>
        <a:lstStyle/>
        <a:p>
          <a:endParaRPr lang="en-US"/>
        </a:p>
      </dgm:t>
    </dgm:pt>
    <dgm:pt modelId="{88131300-1268-4251-8702-A56BB896654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 b="1">
              <a:latin typeface="Cambria" panose="02040503050406030204" pitchFamily="18" charset="0"/>
              <a:ea typeface="Cambria" panose="02040503050406030204" pitchFamily="18" charset="0"/>
            </a:rPr>
            <a:t>Colab memory limits: </a:t>
          </a: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Restricts batch sizes and model complexity</a:t>
          </a:r>
        </a:p>
      </dgm:t>
    </dgm:pt>
    <dgm:pt modelId="{6077ED72-1C71-42A7-BE11-660A76521355}" type="parTrans" cxnId="{10F09B3B-874A-4D38-88FE-10A645739083}">
      <dgm:prSet/>
      <dgm:spPr/>
      <dgm:t>
        <a:bodyPr/>
        <a:lstStyle/>
        <a:p>
          <a:endParaRPr lang="en-US"/>
        </a:p>
      </dgm:t>
    </dgm:pt>
    <dgm:pt modelId="{E94CE46D-F34E-45CE-8CB8-F78E9FC97891}" type="sibTrans" cxnId="{10F09B3B-874A-4D38-88FE-10A645739083}">
      <dgm:prSet/>
      <dgm:spPr/>
      <dgm:t>
        <a:bodyPr/>
        <a:lstStyle/>
        <a:p>
          <a:endParaRPr lang="en-US"/>
        </a:p>
      </dgm:t>
    </dgm:pt>
    <dgm:pt modelId="{D0DBDC65-181D-47F6-A97A-A3DD007E896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 b="1">
              <a:latin typeface="Cambria" panose="02040503050406030204" pitchFamily="18" charset="0"/>
              <a:ea typeface="Cambria" panose="02040503050406030204" pitchFamily="18" charset="0"/>
            </a:rPr>
            <a:t>Large total output requirement</a:t>
          </a: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: More than 112 CSV files across methods</a:t>
          </a:r>
        </a:p>
      </dgm:t>
    </dgm:pt>
    <dgm:pt modelId="{6935E079-D4C9-480E-A00C-8AF844236176}" type="parTrans" cxnId="{ABB8A861-E091-48A9-A6E4-E5E04D539374}">
      <dgm:prSet/>
      <dgm:spPr/>
      <dgm:t>
        <a:bodyPr/>
        <a:lstStyle/>
        <a:p>
          <a:endParaRPr lang="en-US"/>
        </a:p>
      </dgm:t>
    </dgm:pt>
    <dgm:pt modelId="{0F96BFAA-C3A8-480C-8C95-6359F984B46D}" type="sibTrans" cxnId="{ABB8A861-E091-48A9-A6E4-E5E04D539374}">
      <dgm:prSet/>
      <dgm:spPr/>
      <dgm:t>
        <a:bodyPr/>
        <a:lstStyle/>
        <a:p>
          <a:endParaRPr lang="en-US"/>
        </a:p>
      </dgm:t>
    </dgm:pt>
    <dgm:pt modelId="{B5282C18-21B6-48D5-A391-E5070A11CC7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 b="1">
              <a:latin typeface="Cambria" panose="02040503050406030204" pitchFamily="18" charset="0"/>
              <a:ea typeface="Cambria" panose="02040503050406030204" pitchFamily="18" charset="0"/>
            </a:rPr>
            <a:t>Strict deadlines</a:t>
          </a: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 for poster, demo videos, milestone submissions</a:t>
          </a:r>
        </a:p>
      </dgm:t>
    </dgm:pt>
    <dgm:pt modelId="{02F9D73B-F3B5-4CD3-9AFD-6892B016BB87}" type="parTrans" cxnId="{51307D95-D40D-429A-B9EA-29E7A12CB76F}">
      <dgm:prSet/>
      <dgm:spPr/>
      <dgm:t>
        <a:bodyPr/>
        <a:lstStyle/>
        <a:p>
          <a:endParaRPr lang="en-US"/>
        </a:p>
      </dgm:t>
    </dgm:pt>
    <dgm:pt modelId="{543DA246-4A00-458C-9308-72EBE8315DD5}" type="sibTrans" cxnId="{51307D95-D40D-429A-B9EA-29E7A12CB76F}">
      <dgm:prSet/>
      <dgm:spPr/>
      <dgm:t>
        <a:bodyPr/>
        <a:lstStyle/>
        <a:p>
          <a:endParaRPr lang="en-US"/>
        </a:p>
      </dgm:t>
    </dgm:pt>
    <dgm:pt modelId="{2D032538-6970-4C4E-8E01-D8A9D5CF4A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 b="1">
              <a:latin typeface="Cambria" panose="02040503050406030204" pitchFamily="18" charset="0"/>
              <a:ea typeface="Cambria" panose="02040503050406030204" pitchFamily="18" charset="0"/>
            </a:rPr>
            <a:t>Cross-team dependency</a:t>
          </a: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: Each stage-wise notebook depends on others’ files</a:t>
          </a:r>
        </a:p>
      </dgm:t>
    </dgm:pt>
    <dgm:pt modelId="{B5D560D4-2767-4648-A3E8-AFFED7E43B92}" type="parTrans" cxnId="{2E9722BD-47FB-42E8-ACA7-FC386F452E73}">
      <dgm:prSet/>
      <dgm:spPr/>
      <dgm:t>
        <a:bodyPr/>
        <a:lstStyle/>
        <a:p>
          <a:endParaRPr lang="en-US"/>
        </a:p>
      </dgm:t>
    </dgm:pt>
    <dgm:pt modelId="{48C93D44-2FD8-4349-B00A-D488B20D13DA}" type="sibTrans" cxnId="{2E9722BD-47FB-42E8-ACA7-FC386F452E73}">
      <dgm:prSet/>
      <dgm:spPr/>
      <dgm:t>
        <a:bodyPr/>
        <a:lstStyle/>
        <a:p>
          <a:endParaRPr lang="en-US"/>
        </a:p>
      </dgm:t>
    </dgm:pt>
    <dgm:pt modelId="{3CBB7F6F-2640-4E8A-96AE-4FC8418D932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Must generate feature rankings for all three method categories</a:t>
          </a:r>
        </a:p>
      </dgm:t>
    </dgm:pt>
    <dgm:pt modelId="{FB9A664A-D168-4518-B1FA-6F97F60C15B9}" type="parTrans" cxnId="{09C0E1FA-7786-4885-A2E6-0A78F2CC51AE}">
      <dgm:prSet/>
      <dgm:spPr/>
      <dgm:t>
        <a:bodyPr/>
        <a:lstStyle/>
        <a:p>
          <a:endParaRPr lang="en-US"/>
        </a:p>
      </dgm:t>
    </dgm:pt>
    <dgm:pt modelId="{4B7CD20C-F8EC-44B0-9687-D5496F818A8B}" type="sibTrans" cxnId="{09C0E1FA-7786-4885-A2E6-0A78F2CC51AE}">
      <dgm:prSet/>
      <dgm:spPr/>
      <dgm:t>
        <a:bodyPr/>
        <a:lstStyle/>
        <a:p>
          <a:endParaRPr lang="en-US"/>
        </a:p>
      </dgm:t>
    </dgm:pt>
    <dgm:pt modelId="{EAA0C3BD-3411-49BD-ADFB-6E187D7D22E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Must maintain consistent naming, indexing, and formatting across all features</a:t>
          </a:r>
        </a:p>
      </dgm:t>
    </dgm:pt>
    <dgm:pt modelId="{2DDDF761-982D-47DB-AAEF-C6DE49410493}" type="parTrans" cxnId="{4CD9579D-56BD-43F8-AE81-0152F6E3E328}">
      <dgm:prSet/>
      <dgm:spPr/>
      <dgm:t>
        <a:bodyPr/>
        <a:lstStyle/>
        <a:p>
          <a:endParaRPr lang="en-US"/>
        </a:p>
      </dgm:t>
    </dgm:pt>
    <dgm:pt modelId="{B03A6183-5414-4CDA-A0AE-D716320B1C9C}" type="sibTrans" cxnId="{4CD9579D-56BD-43F8-AE81-0152F6E3E328}">
      <dgm:prSet/>
      <dgm:spPr/>
      <dgm:t>
        <a:bodyPr/>
        <a:lstStyle/>
        <a:p>
          <a:endParaRPr lang="en-US"/>
        </a:p>
      </dgm:t>
    </dgm:pt>
    <dgm:pt modelId="{5A9527F5-3082-4A43-9B61-2EE7B25FF01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Must export CSV files for downstream consensus and classification</a:t>
          </a:r>
        </a:p>
      </dgm:t>
    </dgm:pt>
    <dgm:pt modelId="{798187C8-E8C0-4EF2-B9A1-E0C64613C86D}" type="parTrans" cxnId="{DAB20D6A-858E-4708-ADFB-78929856F6C6}">
      <dgm:prSet/>
      <dgm:spPr/>
      <dgm:t>
        <a:bodyPr/>
        <a:lstStyle/>
        <a:p>
          <a:endParaRPr lang="en-US"/>
        </a:p>
      </dgm:t>
    </dgm:pt>
    <dgm:pt modelId="{F7EBB93B-FE52-4E22-93A1-31EDEC50A0C2}" type="sibTrans" cxnId="{DAB20D6A-858E-4708-ADFB-78929856F6C6}">
      <dgm:prSet/>
      <dgm:spPr/>
      <dgm:t>
        <a:bodyPr/>
        <a:lstStyle/>
        <a:p>
          <a:endParaRPr lang="en-US"/>
        </a:p>
      </dgm:t>
    </dgm:pt>
    <dgm:pt modelId="{BEF1CF4B-A136-4125-B6C8-4834AA42C8A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300">
              <a:latin typeface="Cambria" panose="02040503050406030204" pitchFamily="18" charset="0"/>
              <a:ea typeface="Cambria" panose="02040503050406030204" pitchFamily="18" charset="0"/>
            </a:rPr>
            <a:t>Must run all classifiers using the same 70/30 split for fairness</a:t>
          </a:r>
        </a:p>
      </dgm:t>
    </dgm:pt>
    <dgm:pt modelId="{4AE8CC9A-C770-4E87-B6D9-AEEEC68E1492}" type="parTrans" cxnId="{0CEAE307-650C-454C-B775-66FB3F9405F1}">
      <dgm:prSet/>
      <dgm:spPr/>
      <dgm:t>
        <a:bodyPr/>
        <a:lstStyle/>
        <a:p>
          <a:endParaRPr lang="en-US"/>
        </a:p>
      </dgm:t>
    </dgm:pt>
    <dgm:pt modelId="{56133587-FFDE-4E93-BD5E-8C308C62E265}" type="sibTrans" cxnId="{0CEAE307-650C-454C-B775-66FB3F9405F1}">
      <dgm:prSet/>
      <dgm:spPr/>
      <dgm:t>
        <a:bodyPr/>
        <a:lstStyle/>
        <a:p>
          <a:endParaRPr lang="en-US"/>
        </a:p>
      </dgm:t>
    </dgm:pt>
    <dgm:pt modelId="{69DE3D4E-7409-44FD-8F45-2E65471EEF1E}" type="pres">
      <dgm:prSet presAssocID="{8F45C1C2-2CC2-4F02-A5C6-DC88E5CA0F4A}" presName="root" presStyleCnt="0">
        <dgm:presLayoutVars>
          <dgm:dir/>
          <dgm:resizeHandles val="exact"/>
        </dgm:presLayoutVars>
      </dgm:prSet>
      <dgm:spPr/>
    </dgm:pt>
    <dgm:pt modelId="{BAF19208-DD10-4FF3-9E75-5998E689DF1A}" type="pres">
      <dgm:prSet presAssocID="{B207A184-5681-42C1-9285-29B60160A104}" presName="compNode" presStyleCnt="0"/>
      <dgm:spPr/>
    </dgm:pt>
    <dgm:pt modelId="{581565A9-C6E0-4359-ABDB-595A3AFF77E0}" type="pres">
      <dgm:prSet presAssocID="{B207A184-5681-42C1-9285-29B60160A104}" presName="iconRect" presStyleLbl="node1" presStyleIdx="0" presStyleCnt="3" custScaleX="96699" custScaleY="9747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7A480390-0A7D-4AB6-AB30-AE078C34A334}" type="pres">
      <dgm:prSet presAssocID="{B207A184-5681-42C1-9285-29B60160A104}" presName="iconSpace" presStyleCnt="0"/>
      <dgm:spPr/>
    </dgm:pt>
    <dgm:pt modelId="{2E5C49D3-D9CB-4201-AC07-37C8DF1AED1C}" type="pres">
      <dgm:prSet presAssocID="{B207A184-5681-42C1-9285-29B60160A104}" presName="parTx" presStyleLbl="revTx" presStyleIdx="0" presStyleCnt="6">
        <dgm:presLayoutVars>
          <dgm:chMax val="0"/>
          <dgm:chPref val="0"/>
        </dgm:presLayoutVars>
      </dgm:prSet>
      <dgm:spPr/>
    </dgm:pt>
    <dgm:pt modelId="{33037FD9-1BA7-415A-9B10-45EF14CFCBA1}" type="pres">
      <dgm:prSet presAssocID="{B207A184-5681-42C1-9285-29B60160A104}" presName="txSpace" presStyleCnt="0"/>
      <dgm:spPr/>
    </dgm:pt>
    <dgm:pt modelId="{1B5EE098-96CA-445B-AE2F-DD9AF56B9375}" type="pres">
      <dgm:prSet presAssocID="{B207A184-5681-42C1-9285-29B60160A104}" presName="desTx" presStyleLbl="revTx" presStyleIdx="1" presStyleCnt="6">
        <dgm:presLayoutVars/>
      </dgm:prSet>
      <dgm:spPr/>
    </dgm:pt>
    <dgm:pt modelId="{D7009407-9F47-4547-95B0-3E6CD515A195}" type="pres">
      <dgm:prSet presAssocID="{98AB4DF6-0643-498F-8C2A-95247D4E3F5E}" presName="sibTrans" presStyleCnt="0"/>
      <dgm:spPr/>
    </dgm:pt>
    <dgm:pt modelId="{AB88F5DA-E69B-429C-8665-5472FB501A2F}" type="pres">
      <dgm:prSet presAssocID="{868B3903-28A5-494F-8407-0EC2A8E70247}" presName="compNode" presStyleCnt="0"/>
      <dgm:spPr/>
    </dgm:pt>
    <dgm:pt modelId="{7BD800FE-F23F-4BFD-A804-0CC999280200}" type="pres">
      <dgm:prSet presAssocID="{868B3903-28A5-494F-8407-0EC2A8E70247}" presName="iconRect" presStyleLbl="node1" presStyleIdx="1" presStyleCnt="3" custScaleX="86094" custScaleY="10588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F1A748A-9728-4ACF-B753-237425F1C4F3}" type="pres">
      <dgm:prSet presAssocID="{868B3903-28A5-494F-8407-0EC2A8E70247}" presName="iconSpace" presStyleCnt="0"/>
      <dgm:spPr/>
    </dgm:pt>
    <dgm:pt modelId="{56B8D035-05E0-4D61-8778-F28FEE883CEB}" type="pres">
      <dgm:prSet presAssocID="{868B3903-28A5-494F-8407-0EC2A8E70247}" presName="parTx" presStyleLbl="revTx" presStyleIdx="2" presStyleCnt="6">
        <dgm:presLayoutVars>
          <dgm:chMax val="0"/>
          <dgm:chPref val="0"/>
        </dgm:presLayoutVars>
      </dgm:prSet>
      <dgm:spPr/>
    </dgm:pt>
    <dgm:pt modelId="{E091D71F-1122-4369-B4C3-1B26D6FE2D58}" type="pres">
      <dgm:prSet presAssocID="{868B3903-28A5-494F-8407-0EC2A8E70247}" presName="txSpace" presStyleCnt="0"/>
      <dgm:spPr/>
    </dgm:pt>
    <dgm:pt modelId="{C72DA28D-74F6-4D04-87F7-25075DA51244}" type="pres">
      <dgm:prSet presAssocID="{868B3903-28A5-494F-8407-0EC2A8E70247}" presName="desTx" presStyleLbl="revTx" presStyleIdx="3" presStyleCnt="6">
        <dgm:presLayoutVars/>
      </dgm:prSet>
      <dgm:spPr/>
    </dgm:pt>
    <dgm:pt modelId="{DCFA1439-68F2-4E5E-8CF6-608C1643B5D8}" type="pres">
      <dgm:prSet presAssocID="{5ED0E6DD-8DA2-4A13-A655-B09A43F65215}" presName="sibTrans" presStyleCnt="0"/>
      <dgm:spPr/>
    </dgm:pt>
    <dgm:pt modelId="{74F575B3-08A9-45C4-8960-FC6BFBDEFB7E}" type="pres">
      <dgm:prSet presAssocID="{3DFCD08C-68FE-4F2B-84FA-89929EE78D1D}" presName="compNode" presStyleCnt="0"/>
      <dgm:spPr/>
    </dgm:pt>
    <dgm:pt modelId="{02ED094B-ECA1-4FE9-820B-16BC08235527}" type="pres">
      <dgm:prSet presAssocID="{3DFCD08C-68FE-4F2B-84FA-89929EE78D1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7E986EF-8046-4FB8-8D9A-19483141F249}" type="pres">
      <dgm:prSet presAssocID="{3DFCD08C-68FE-4F2B-84FA-89929EE78D1D}" presName="iconSpace" presStyleCnt="0"/>
      <dgm:spPr/>
    </dgm:pt>
    <dgm:pt modelId="{812D9E40-0438-4FEE-A6E0-38491E6147F4}" type="pres">
      <dgm:prSet presAssocID="{3DFCD08C-68FE-4F2B-84FA-89929EE78D1D}" presName="parTx" presStyleLbl="revTx" presStyleIdx="4" presStyleCnt="6">
        <dgm:presLayoutVars>
          <dgm:chMax val="0"/>
          <dgm:chPref val="0"/>
        </dgm:presLayoutVars>
      </dgm:prSet>
      <dgm:spPr/>
    </dgm:pt>
    <dgm:pt modelId="{9C27B9BC-4310-4054-9C7D-E6552C4B074C}" type="pres">
      <dgm:prSet presAssocID="{3DFCD08C-68FE-4F2B-84FA-89929EE78D1D}" presName="txSpace" presStyleCnt="0"/>
      <dgm:spPr/>
    </dgm:pt>
    <dgm:pt modelId="{589CAC00-70E7-4E4A-92AD-5E71B91364C8}" type="pres">
      <dgm:prSet presAssocID="{3DFCD08C-68FE-4F2B-84FA-89929EE78D1D}" presName="desTx" presStyleLbl="revTx" presStyleIdx="5" presStyleCnt="6">
        <dgm:presLayoutVars/>
      </dgm:prSet>
      <dgm:spPr/>
    </dgm:pt>
  </dgm:ptLst>
  <dgm:cxnLst>
    <dgm:cxn modelId="{5DDE5302-CB89-4939-9B16-200314D917FD}" srcId="{868B3903-28A5-494F-8407-0EC2A8E70247}" destId="{E151AB2C-1CDE-4D26-AF7B-AEF82F053CF6}" srcOrd="3" destOrd="0" parTransId="{2F6EB8E5-5CCA-4730-8BB6-AE57552735F3}" sibTransId="{BE08923A-9C4F-4B48-B935-A1787B756C8A}"/>
    <dgm:cxn modelId="{0CEAE307-650C-454C-B775-66FB3F9405F1}" srcId="{B207A184-5681-42C1-9285-29B60160A104}" destId="{BEF1CF4B-A136-4125-B6C8-4834AA42C8AF}" srcOrd="4" destOrd="0" parTransId="{4AE8CC9A-C770-4E87-B6D9-AEEEC68E1492}" sibTransId="{56133587-FFDE-4E93-BD5E-8C308C62E265}"/>
    <dgm:cxn modelId="{1C25CF15-D916-5F43-B9A0-E9D8BD35ECC8}" type="presOf" srcId="{B207A184-5681-42C1-9285-29B60160A104}" destId="{2E5C49D3-D9CB-4201-AC07-37C8DF1AED1C}" srcOrd="0" destOrd="0" presId="urn:microsoft.com/office/officeart/2018/5/layout/CenteredIconLabelDescriptionList"/>
    <dgm:cxn modelId="{82AD0D1A-EA20-8141-A9C6-C7A63EF88977}" type="presOf" srcId="{868B3903-28A5-494F-8407-0EC2A8E70247}" destId="{56B8D035-05E0-4D61-8778-F28FEE883CEB}" srcOrd="0" destOrd="0" presId="urn:microsoft.com/office/officeart/2018/5/layout/CenteredIconLabelDescriptionList"/>
    <dgm:cxn modelId="{446FFC1A-D6C5-481C-9853-403F9CA378E0}" type="presOf" srcId="{EAA0C3BD-3411-49BD-ADFB-6E187D7D22E1}" destId="{1B5EE098-96CA-445B-AE2F-DD9AF56B9375}" srcOrd="0" destOrd="2" presId="urn:microsoft.com/office/officeart/2018/5/layout/CenteredIconLabelDescriptionList"/>
    <dgm:cxn modelId="{1697D71C-69A6-4CFB-AC59-B07B787DC1F6}" type="presOf" srcId="{5A9527F5-3082-4A43-9B61-2EE7B25FF01B}" destId="{1B5EE098-96CA-445B-AE2F-DD9AF56B9375}" srcOrd="0" destOrd="3" presId="urn:microsoft.com/office/officeart/2018/5/layout/CenteredIconLabelDescriptionList"/>
    <dgm:cxn modelId="{48910521-C98C-4200-8FD2-A646D734EDAD}" srcId="{868B3903-28A5-494F-8407-0EC2A8E70247}" destId="{836B8141-4458-4442-85FB-B27372D0CF54}" srcOrd="2" destOrd="0" parTransId="{58D78994-A2E8-4B53-AE80-11EA07428A3D}" sibTransId="{96D6935E-E78A-4764-BBCC-C8EDA57FFE2B}"/>
    <dgm:cxn modelId="{3DFD9B21-BE8B-0E45-A30E-41C0051336F1}" type="presOf" srcId="{88131300-1268-4251-8702-A56BB8966548}" destId="{589CAC00-70E7-4E4A-92AD-5E71B91364C8}" srcOrd="0" destOrd="2" presId="urn:microsoft.com/office/officeart/2018/5/layout/CenteredIconLabelDescriptionList"/>
    <dgm:cxn modelId="{10F09B3B-874A-4D38-88FE-10A645739083}" srcId="{3DFCD08C-68FE-4F2B-84FA-89929EE78D1D}" destId="{88131300-1268-4251-8702-A56BB8966548}" srcOrd="2" destOrd="0" parTransId="{6077ED72-1C71-42A7-BE11-660A76521355}" sibTransId="{E94CE46D-F34E-45CE-8CB8-F78E9FC97891}"/>
    <dgm:cxn modelId="{ABB8A861-E091-48A9-A6E4-E5E04D539374}" srcId="{3DFCD08C-68FE-4F2B-84FA-89929EE78D1D}" destId="{D0DBDC65-181D-47F6-A97A-A3DD007E8963}" srcOrd="3" destOrd="0" parTransId="{6935E079-D4C9-480E-A00C-8AF844236176}" sibTransId="{0F96BFAA-C3A8-480C-8C95-6359F984B46D}"/>
    <dgm:cxn modelId="{63409469-FA18-3F44-B189-91ED760F6FF6}" type="presOf" srcId="{E151AB2C-1CDE-4D26-AF7B-AEF82F053CF6}" destId="{C72DA28D-74F6-4D04-87F7-25075DA51244}" srcOrd="0" destOrd="3" presId="urn:microsoft.com/office/officeart/2018/5/layout/CenteredIconLabelDescriptionList"/>
    <dgm:cxn modelId="{DAB20D6A-858E-4708-ADFB-78929856F6C6}" srcId="{B207A184-5681-42C1-9285-29B60160A104}" destId="{5A9527F5-3082-4A43-9B61-2EE7B25FF01B}" srcOrd="3" destOrd="0" parTransId="{798187C8-E8C0-4EF2-B9A1-E0C64613C86D}" sibTransId="{F7EBB93B-FE52-4E22-93A1-31EDEC50A0C2}"/>
    <dgm:cxn modelId="{BB87CE6D-9DFD-6A4C-8C51-AA93E8E71397}" type="presOf" srcId="{CD18ECF3-71DD-415C-90A1-A4EA66F6E180}" destId="{1B5EE098-96CA-445B-AE2F-DD9AF56B9375}" srcOrd="0" destOrd="0" presId="urn:microsoft.com/office/officeart/2018/5/layout/CenteredIconLabelDescriptionList"/>
    <dgm:cxn modelId="{E83DA651-4C8C-D54A-AC75-FABBB2628823}" type="presOf" srcId="{8F45C1C2-2CC2-4F02-A5C6-DC88E5CA0F4A}" destId="{69DE3D4E-7409-44FD-8F45-2E65471EEF1E}" srcOrd="0" destOrd="0" presId="urn:microsoft.com/office/officeart/2018/5/layout/CenteredIconLabelDescriptionList"/>
    <dgm:cxn modelId="{EC589E74-CCBE-0A4B-807D-FC2934AEE561}" type="presOf" srcId="{AF3284C4-5B25-4ACA-952A-9FE6B9423545}" destId="{C72DA28D-74F6-4D04-87F7-25075DA51244}" srcOrd="0" destOrd="0" presId="urn:microsoft.com/office/officeart/2018/5/layout/CenteredIconLabelDescriptionList"/>
    <dgm:cxn modelId="{35088155-1545-2746-A813-1C8EEEE6C8C9}" type="presOf" srcId="{2D032538-6970-4C4E-8E01-D8A9D5CF4AE5}" destId="{589CAC00-70E7-4E4A-92AD-5E71B91364C8}" srcOrd="0" destOrd="5" presId="urn:microsoft.com/office/officeart/2018/5/layout/CenteredIconLabelDescriptionList"/>
    <dgm:cxn modelId="{1B53EE57-FD71-4240-8E8B-4DB1DE3588D1}" srcId="{868B3903-28A5-494F-8407-0EC2A8E70247}" destId="{77CD1CBF-D714-47F0-BD58-C4E895354ADC}" srcOrd="1" destOrd="0" parTransId="{7AAAB9F8-0D6F-45A3-8B0E-94B9024CEF46}" sibTransId="{38CD9423-6346-46DE-9C8B-12E4823F42C8}"/>
    <dgm:cxn modelId="{13983884-2946-294E-93AB-238A133D329B}" type="presOf" srcId="{BFB24026-1BF5-4E28-9E1A-FD8CCDD02651}" destId="{589CAC00-70E7-4E4A-92AD-5E71B91364C8}" srcOrd="0" destOrd="1" presId="urn:microsoft.com/office/officeart/2018/5/layout/CenteredIconLabelDescriptionList"/>
    <dgm:cxn modelId="{E28D8185-5E18-BE45-B867-7EE44905943C}" type="presOf" srcId="{D0DBDC65-181D-47F6-A97A-A3DD007E8963}" destId="{589CAC00-70E7-4E4A-92AD-5E71B91364C8}" srcOrd="0" destOrd="3" presId="urn:microsoft.com/office/officeart/2018/5/layout/CenteredIconLabelDescriptionList"/>
    <dgm:cxn modelId="{57E7DC89-8DEB-4F79-B8D3-863B75094373}" srcId="{3DFCD08C-68FE-4F2B-84FA-89929EE78D1D}" destId="{BFB24026-1BF5-4E28-9E1A-FD8CCDD02651}" srcOrd="1" destOrd="0" parTransId="{880AD3DB-26C0-4329-ACC4-84104DC5362C}" sibTransId="{0A574C09-3280-40B9-9301-25755CE8FF6D}"/>
    <dgm:cxn modelId="{B092B58E-5E19-AE44-8A47-7BF928927FD0}" type="presOf" srcId="{836B8141-4458-4442-85FB-B27372D0CF54}" destId="{C72DA28D-74F6-4D04-87F7-25075DA51244}" srcOrd="0" destOrd="2" presId="urn:microsoft.com/office/officeart/2018/5/layout/CenteredIconLabelDescriptionList"/>
    <dgm:cxn modelId="{51307D95-D40D-429A-B9EA-29E7A12CB76F}" srcId="{3DFCD08C-68FE-4F2B-84FA-89929EE78D1D}" destId="{B5282C18-21B6-48D5-A391-E5070A11CC7C}" srcOrd="4" destOrd="0" parTransId="{02F9D73B-F3B5-4CD3-9AFD-6892B016BB87}" sibTransId="{543DA246-4A00-458C-9308-72EBE8315DD5}"/>
    <dgm:cxn modelId="{06499F9A-7586-5C4C-8F78-538E3C843B43}" type="presOf" srcId="{B5282C18-21B6-48D5-A391-E5070A11CC7C}" destId="{589CAC00-70E7-4E4A-92AD-5E71B91364C8}" srcOrd="0" destOrd="4" presId="urn:microsoft.com/office/officeart/2018/5/layout/CenteredIconLabelDescriptionList"/>
    <dgm:cxn modelId="{4CD9579D-56BD-43F8-AE81-0152F6E3E328}" srcId="{B207A184-5681-42C1-9285-29B60160A104}" destId="{EAA0C3BD-3411-49BD-ADFB-6E187D7D22E1}" srcOrd="2" destOrd="0" parTransId="{2DDDF761-982D-47DB-AAEF-C6DE49410493}" sibTransId="{B03A6183-5414-4CDA-A0AE-D716320B1C9C}"/>
    <dgm:cxn modelId="{DD48F1AA-5036-4471-A9FB-69E3499CB1A9}" srcId="{3DFCD08C-68FE-4F2B-84FA-89929EE78D1D}" destId="{3B95B4F0-112C-4839-B288-000BD3B7E90D}" srcOrd="0" destOrd="0" parTransId="{CA72B6F7-2F91-4A87-9D6A-EBA96DDFD174}" sibTransId="{680E0419-E4C4-4E21-971C-40FBCFAB7F6D}"/>
    <dgm:cxn modelId="{3351A9AC-139B-483C-A708-382E876DAC6E}" srcId="{B207A184-5681-42C1-9285-29B60160A104}" destId="{CD18ECF3-71DD-415C-90A1-A4EA66F6E180}" srcOrd="0" destOrd="0" parTransId="{DF260F72-C82C-47F5-BE83-0E6A4A6AA711}" sibTransId="{873E0291-5B6C-4B38-B446-FF0094AC0453}"/>
    <dgm:cxn modelId="{A1BE88B1-3B0E-AF4D-81DD-477901A24B00}" type="presOf" srcId="{3DFCD08C-68FE-4F2B-84FA-89929EE78D1D}" destId="{812D9E40-0438-4FEE-A6E0-38491E6147F4}" srcOrd="0" destOrd="0" presId="urn:microsoft.com/office/officeart/2018/5/layout/CenteredIconLabelDescriptionList"/>
    <dgm:cxn modelId="{040CB5B3-EEF3-4B8F-BECF-88825033C484}" srcId="{868B3903-28A5-494F-8407-0EC2A8E70247}" destId="{AF3284C4-5B25-4ACA-952A-9FE6B9423545}" srcOrd="0" destOrd="0" parTransId="{151A93B8-0F8C-44CE-9F56-BE561BCCDF6B}" sibTransId="{8586E79D-ABBA-444D-B090-FE1360D06B24}"/>
    <dgm:cxn modelId="{769660B5-5873-F04F-A458-B6F083BB8DCE}" type="presOf" srcId="{77CD1CBF-D714-47F0-BD58-C4E895354ADC}" destId="{C72DA28D-74F6-4D04-87F7-25075DA51244}" srcOrd="0" destOrd="1" presId="urn:microsoft.com/office/officeart/2018/5/layout/CenteredIconLabelDescriptionList"/>
    <dgm:cxn modelId="{2BB02BBB-C6C1-4F4C-B4D9-2690C0F748C8}" type="presOf" srcId="{BEF1CF4B-A136-4125-B6C8-4834AA42C8AF}" destId="{1B5EE098-96CA-445B-AE2F-DD9AF56B9375}" srcOrd="0" destOrd="4" presId="urn:microsoft.com/office/officeart/2018/5/layout/CenteredIconLabelDescriptionList"/>
    <dgm:cxn modelId="{2E9722BD-47FB-42E8-ACA7-FC386F452E73}" srcId="{3DFCD08C-68FE-4F2B-84FA-89929EE78D1D}" destId="{2D032538-6970-4C4E-8E01-D8A9D5CF4AE5}" srcOrd="5" destOrd="0" parTransId="{B5D560D4-2767-4648-A3E8-AFFED7E43B92}" sibTransId="{48C93D44-2FD8-4349-B00A-D488B20D13DA}"/>
    <dgm:cxn modelId="{F0E38CBF-F078-4F95-9B3A-E87B494FFBF3}" srcId="{8F45C1C2-2CC2-4F02-A5C6-DC88E5CA0F4A}" destId="{3DFCD08C-68FE-4F2B-84FA-89929EE78D1D}" srcOrd="2" destOrd="0" parTransId="{4FBE23A7-E4E2-44CB-82A9-7C7EFF12641B}" sibTransId="{439D7C37-466F-4A7B-8991-A967C0F93E1A}"/>
    <dgm:cxn modelId="{23A124C8-4936-46BB-849A-20B7A93B52B1}" type="presOf" srcId="{3CBB7F6F-2640-4E8A-96AE-4FC8418D9325}" destId="{1B5EE098-96CA-445B-AE2F-DD9AF56B9375}" srcOrd="0" destOrd="1" presId="urn:microsoft.com/office/officeart/2018/5/layout/CenteredIconLabelDescriptionList"/>
    <dgm:cxn modelId="{41DF21E1-6DE2-4303-88E2-E3C51F21343F}" srcId="{8F45C1C2-2CC2-4F02-A5C6-DC88E5CA0F4A}" destId="{B207A184-5681-42C1-9285-29B60160A104}" srcOrd="0" destOrd="0" parTransId="{04FC9ABB-C394-4A90-AC8B-38FE61FF4814}" sibTransId="{98AB4DF6-0643-498F-8C2A-95247D4E3F5E}"/>
    <dgm:cxn modelId="{410D5FE8-50F7-0D49-B80A-987907B10ED2}" type="presOf" srcId="{3B95B4F0-112C-4839-B288-000BD3B7E90D}" destId="{589CAC00-70E7-4E4A-92AD-5E71B91364C8}" srcOrd="0" destOrd="0" presId="urn:microsoft.com/office/officeart/2018/5/layout/CenteredIconLabelDescriptionList"/>
    <dgm:cxn modelId="{F39942F2-9FD6-4773-AB60-CCC7B1EF9424}" srcId="{8F45C1C2-2CC2-4F02-A5C6-DC88E5CA0F4A}" destId="{868B3903-28A5-494F-8407-0EC2A8E70247}" srcOrd="1" destOrd="0" parTransId="{BD1EF482-B5FC-445D-82E0-E22208E978DB}" sibTransId="{5ED0E6DD-8DA2-4A13-A655-B09A43F65215}"/>
    <dgm:cxn modelId="{09C0E1FA-7786-4885-A2E6-0A78F2CC51AE}" srcId="{B207A184-5681-42C1-9285-29B60160A104}" destId="{3CBB7F6F-2640-4E8A-96AE-4FC8418D9325}" srcOrd="1" destOrd="0" parTransId="{FB9A664A-D168-4518-B1FA-6F97F60C15B9}" sibTransId="{4B7CD20C-F8EC-44B0-9687-D5496F818A8B}"/>
    <dgm:cxn modelId="{113D5145-2F33-0743-A52B-745D6BCE2F57}" type="presParOf" srcId="{69DE3D4E-7409-44FD-8F45-2E65471EEF1E}" destId="{BAF19208-DD10-4FF3-9E75-5998E689DF1A}" srcOrd="0" destOrd="0" presId="urn:microsoft.com/office/officeart/2018/5/layout/CenteredIconLabelDescriptionList"/>
    <dgm:cxn modelId="{80168D79-2F53-F44A-A732-73126D30C8E3}" type="presParOf" srcId="{BAF19208-DD10-4FF3-9E75-5998E689DF1A}" destId="{581565A9-C6E0-4359-ABDB-595A3AFF77E0}" srcOrd="0" destOrd="0" presId="urn:microsoft.com/office/officeart/2018/5/layout/CenteredIconLabelDescriptionList"/>
    <dgm:cxn modelId="{F8C1A867-CA0E-C84E-9445-E68AB969A8B9}" type="presParOf" srcId="{BAF19208-DD10-4FF3-9E75-5998E689DF1A}" destId="{7A480390-0A7D-4AB6-AB30-AE078C34A334}" srcOrd="1" destOrd="0" presId="urn:microsoft.com/office/officeart/2018/5/layout/CenteredIconLabelDescriptionList"/>
    <dgm:cxn modelId="{C787EAAA-FD02-4649-9032-C5CCC31227AB}" type="presParOf" srcId="{BAF19208-DD10-4FF3-9E75-5998E689DF1A}" destId="{2E5C49D3-D9CB-4201-AC07-37C8DF1AED1C}" srcOrd="2" destOrd="0" presId="urn:microsoft.com/office/officeart/2018/5/layout/CenteredIconLabelDescriptionList"/>
    <dgm:cxn modelId="{AA3227AB-5EBF-B149-83C8-AACDF694F2AD}" type="presParOf" srcId="{BAF19208-DD10-4FF3-9E75-5998E689DF1A}" destId="{33037FD9-1BA7-415A-9B10-45EF14CFCBA1}" srcOrd="3" destOrd="0" presId="urn:microsoft.com/office/officeart/2018/5/layout/CenteredIconLabelDescriptionList"/>
    <dgm:cxn modelId="{94AFBD17-0C08-7B41-9F70-23595485A3EC}" type="presParOf" srcId="{BAF19208-DD10-4FF3-9E75-5998E689DF1A}" destId="{1B5EE098-96CA-445B-AE2F-DD9AF56B9375}" srcOrd="4" destOrd="0" presId="urn:microsoft.com/office/officeart/2018/5/layout/CenteredIconLabelDescriptionList"/>
    <dgm:cxn modelId="{91B52722-0009-9C42-A33D-B976D11D654A}" type="presParOf" srcId="{69DE3D4E-7409-44FD-8F45-2E65471EEF1E}" destId="{D7009407-9F47-4547-95B0-3E6CD515A195}" srcOrd="1" destOrd="0" presId="urn:microsoft.com/office/officeart/2018/5/layout/CenteredIconLabelDescriptionList"/>
    <dgm:cxn modelId="{6C502B87-51FC-AE4A-8BFC-F8515FC3AA44}" type="presParOf" srcId="{69DE3D4E-7409-44FD-8F45-2E65471EEF1E}" destId="{AB88F5DA-E69B-429C-8665-5472FB501A2F}" srcOrd="2" destOrd="0" presId="urn:microsoft.com/office/officeart/2018/5/layout/CenteredIconLabelDescriptionList"/>
    <dgm:cxn modelId="{32506CA2-E773-8643-A079-556DD8779D0D}" type="presParOf" srcId="{AB88F5DA-E69B-429C-8665-5472FB501A2F}" destId="{7BD800FE-F23F-4BFD-A804-0CC999280200}" srcOrd="0" destOrd="0" presId="urn:microsoft.com/office/officeart/2018/5/layout/CenteredIconLabelDescriptionList"/>
    <dgm:cxn modelId="{0D93BEF7-4F0F-404C-A47A-12FF19C909C9}" type="presParOf" srcId="{AB88F5DA-E69B-429C-8665-5472FB501A2F}" destId="{9F1A748A-9728-4ACF-B753-237425F1C4F3}" srcOrd="1" destOrd="0" presId="urn:microsoft.com/office/officeart/2018/5/layout/CenteredIconLabelDescriptionList"/>
    <dgm:cxn modelId="{E0207DAC-7F66-6244-97EA-374C5D144974}" type="presParOf" srcId="{AB88F5DA-E69B-429C-8665-5472FB501A2F}" destId="{56B8D035-05E0-4D61-8778-F28FEE883CEB}" srcOrd="2" destOrd="0" presId="urn:microsoft.com/office/officeart/2018/5/layout/CenteredIconLabelDescriptionList"/>
    <dgm:cxn modelId="{9337F9E6-3F0F-2E4A-81E9-BC9FCFCE0A42}" type="presParOf" srcId="{AB88F5DA-E69B-429C-8665-5472FB501A2F}" destId="{E091D71F-1122-4369-B4C3-1B26D6FE2D58}" srcOrd="3" destOrd="0" presId="urn:microsoft.com/office/officeart/2018/5/layout/CenteredIconLabelDescriptionList"/>
    <dgm:cxn modelId="{AA7D73C7-7D39-C346-B1B2-D402040D7AF0}" type="presParOf" srcId="{AB88F5DA-E69B-429C-8665-5472FB501A2F}" destId="{C72DA28D-74F6-4D04-87F7-25075DA51244}" srcOrd="4" destOrd="0" presId="urn:microsoft.com/office/officeart/2018/5/layout/CenteredIconLabelDescriptionList"/>
    <dgm:cxn modelId="{85A9D406-3780-1740-8BB6-CC3303E076E1}" type="presParOf" srcId="{69DE3D4E-7409-44FD-8F45-2E65471EEF1E}" destId="{DCFA1439-68F2-4E5E-8CF6-608C1643B5D8}" srcOrd="3" destOrd="0" presId="urn:microsoft.com/office/officeart/2018/5/layout/CenteredIconLabelDescriptionList"/>
    <dgm:cxn modelId="{1B1C9E3F-8A19-EC42-9386-736FCE87B6BD}" type="presParOf" srcId="{69DE3D4E-7409-44FD-8F45-2E65471EEF1E}" destId="{74F575B3-08A9-45C4-8960-FC6BFBDEFB7E}" srcOrd="4" destOrd="0" presId="urn:microsoft.com/office/officeart/2018/5/layout/CenteredIconLabelDescriptionList"/>
    <dgm:cxn modelId="{070FF531-4FB6-7748-AB15-9F74CDBA7F35}" type="presParOf" srcId="{74F575B3-08A9-45C4-8960-FC6BFBDEFB7E}" destId="{02ED094B-ECA1-4FE9-820B-16BC08235527}" srcOrd="0" destOrd="0" presId="urn:microsoft.com/office/officeart/2018/5/layout/CenteredIconLabelDescriptionList"/>
    <dgm:cxn modelId="{F3039536-2696-374F-A389-C3611BBB894F}" type="presParOf" srcId="{74F575B3-08A9-45C4-8960-FC6BFBDEFB7E}" destId="{C7E986EF-8046-4FB8-8D9A-19483141F249}" srcOrd="1" destOrd="0" presId="urn:microsoft.com/office/officeart/2018/5/layout/CenteredIconLabelDescriptionList"/>
    <dgm:cxn modelId="{0114E6B1-B539-9740-97BF-743AE64411B9}" type="presParOf" srcId="{74F575B3-08A9-45C4-8960-FC6BFBDEFB7E}" destId="{812D9E40-0438-4FEE-A6E0-38491E6147F4}" srcOrd="2" destOrd="0" presId="urn:microsoft.com/office/officeart/2018/5/layout/CenteredIconLabelDescriptionList"/>
    <dgm:cxn modelId="{8613B20C-BABF-F548-8CCC-FD958F3F2BF6}" type="presParOf" srcId="{74F575B3-08A9-45C4-8960-FC6BFBDEFB7E}" destId="{9C27B9BC-4310-4054-9C7D-E6552C4B074C}" srcOrd="3" destOrd="0" presId="urn:microsoft.com/office/officeart/2018/5/layout/CenteredIconLabelDescriptionList"/>
    <dgm:cxn modelId="{9A974198-AE54-8443-A9DB-7DB6A4B0DFE2}" type="presParOf" srcId="{74F575B3-08A9-45C4-8960-FC6BFBDEFB7E}" destId="{589CAC00-70E7-4E4A-92AD-5E71B91364C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565A9-C6E0-4359-ABDB-595A3AFF77E0}">
      <dsp:nvSpPr>
        <dsp:cNvPr id="0" name=""/>
        <dsp:cNvSpPr/>
      </dsp:nvSpPr>
      <dsp:spPr>
        <a:xfrm>
          <a:off x="1231164" y="450306"/>
          <a:ext cx="814115" cy="7903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5C49D3-D9CB-4201-AC07-37C8DF1AED1C}">
      <dsp:nvSpPr>
        <dsp:cNvPr id="0" name=""/>
        <dsp:cNvSpPr/>
      </dsp:nvSpPr>
      <dsp:spPr>
        <a:xfrm>
          <a:off x="17174" y="1359942"/>
          <a:ext cx="3242095" cy="365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>
              <a:latin typeface="Cambria" panose="02040503050406030204" pitchFamily="18" charset="0"/>
              <a:ea typeface="Cambria" panose="02040503050406030204" pitchFamily="18" charset="0"/>
            </a:rPr>
            <a:t>Functional Requirements</a:t>
          </a:r>
          <a:endParaRPr lang="en-US" sz="1600" kern="120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17174" y="1359942"/>
        <a:ext cx="3242095" cy="365765"/>
      </dsp:txXfrm>
    </dsp:sp>
    <dsp:sp modelId="{1B5EE098-96CA-445B-AE2F-DD9AF56B9375}">
      <dsp:nvSpPr>
        <dsp:cNvPr id="0" name=""/>
        <dsp:cNvSpPr/>
      </dsp:nvSpPr>
      <dsp:spPr>
        <a:xfrm>
          <a:off x="17174" y="1776422"/>
          <a:ext cx="3242095" cy="1177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Must support stage-wise analysis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Must generate feature rankings for all three method categories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Must maintain consistent naming, indexing, and formatting across all features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Must export CSV files for downstream consensus and classification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Must run all classifiers using the same 70/30 split for fairness</a:t>
          </a:r>
        </a:p>
      </dsp:txBody>
      <dsp:txXfrm>
        <a:off x="17174" y="1776422"/>
        <a:ext cx="3242095" cy="1177547"/>
      </dsp:txXfrm>
    </dsp:sp>
    <dsp:sp modelId="{7BD800FE-F23F-4BFD-A804-0CC999280200}">
      <dsp:nvSpPr>
        <dsp:cNvPr id="0" name=""/>
        <dsp:cNvSpPr/>
      </dsp:nvSpPr>
      <dsp:spPr>
        <a:xfrm>
          <a:off x="5085269" y="433258"/>
          <a:ext cx="724831" cy="8585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B8D035-05E0-4D61-8778-F28FEE883CEB}">
      <dsp:nvSpPr>
        <dsp:cNvPr id="0" name=""/>
        <dsp:cNvSpPr/>
      </dsp:nvSpPr>
      <dsp:spPr>
        <a:xfrm>
          <a:off x="3826637" y="1376990"/>
          <a:ext cx="3242095" cy="365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>
              <a:latin typeface="Cambria" panose="02040503050406030204" pitchFamily="18" charset="0"/>
              <a:ea typeface="Cambria" panose="02040503050406030204" pitchFamily="18" charset="0"/>
            </a:rPr>
            <a:t>Non-Functional Requirements</a:t>
          </a:r>
          <a:endParaRPr lang="en-US" sz="1600" kern="120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3826637" y="1376990"/>
        <a:ext cx="3242095" cy="365765"/>
      </dsp:txXfrm>
    </dsp:sp>
    <dsp:sp modelId="{C72DA28D-74F6-4D04-87F7-25075DA51244}">
      <dsp:nvSpPr>
        <dsp:cNvPr id="0" name=""/>
        <dsp:cNvSpPr/>
      </dsp:nvSpPr>
      <dsp:spPr>
        <a:xfrm>
          <a:off x="3826637" y="1793470"/>
          <a:ext cx="3242095" cy="1177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mbria" panose="02040503050406030204" pitchFamily="18" charset="0"/>
              <a:ea typeface="Cambria" panose="02040503050406030204" pitchFamily="18" charset="0"/>
            </a:rPr>
            <a:t>Reproducibility:</a:t>
          </a: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 Fixed seeds, identical preprocessing across notebooks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mbria" panose="02040503050406030204" pitchFamily="18" charset="0"/>
              <a:ea typeface="Cambria" panose="02040503050406030204" pitchFamily="18" charset="0"/>
            </a:rPr>
            <a:t>Explainability:</a:t>
          </a: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 Feature importance, coefficient plots, weight rankings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mbria" panose="02040503050406030204" pitchFamily="18" charset="0"/>
              <a:ea typeface="Cambria" panose="02040503050406030204" pitchFamily="18" charset="0"/>
            </a:rPr>
            <a:t>Performance:</a:t>
          </a: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 Must be runnable within Colab runtime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mbria" panose="02040503050406030204" pitchFamily="18" charset="0"/>
              <a:ea typeface="Cambria" panose="02040503050406030204" pitchFamily="18" charset="0"/>
            </a:rPr>
            <a:t>Scalability:</a:t>
          </a: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 Handle 1,209 samples and 1,881 miRNAs efficiently</a:t>
          </a:r>
        </a:p>
      </dsp:txBody>
      <dsp:txXfrm>
        <a:off x="3826637" y="1793470"/>
        <a:ext cx="3242095" cy="1177547"/>
      </dsp:txXfrm>
    </dsp:sp>
    <dsp:sp modelId="{02ED094B-ECA1-4FE9-820B-16BC08235527}">
      <dsp:nvSpPr>
        <dsp:cNvPr id="0" name=""/>
        <dsp:cNvSpPr/>
      </dsp:nvSpPr>
      <dsp:spPr>
        <a:xfrm>
          <a:off x="8836194" y="445181"/>
          <a:ext cx="841906" cy="8108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D9E40-0438-4FEE-A6E0-38491E6147F4}">
      <dsp:nvSpPr>
        <dsp:cNvPr id="0" name=""/>
        <dsp:cNvSpPr/>
      </dsp:nvSpPr>
      <dsp:spPr>
        <a:xfrm>
          <a:off x="7636099" y="1365066"/>
          <a:ext cx="3242095" cy="365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>
              <a:latin typeface="Cambria" panose="02040503050406030204" pitchFamily="18" charset="0"/>
              <a:ea typeface="Cambria" panose="02040503050406030204" pitchFamily="18" charset="0"/>
            </a:rPr>
            <a:t>Project Constraints</a:t>
          </a:r>
          <a:endParaRPr lang="en-US" sz="1600" kern="120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7636099" y="1365066"/>
        <a:ext cx="3242095" cy="365765"/>
      </dsp:txXfrm>
    </dsp:sp>
    <dsp:sp modelId="{589CAC00-70E7-4E4A-92AD-5E71B91364C8}">
      <dsp:nvSpPr>
        <dsp:cNvPr id="0" name=""/>
        <dsp:cNvSpPr/>
      </dsp:nvSpPr>
      <dsp:spPr>
        <a:xfrm>
          <a:off x="7636099" y="1781547"/>
          <a:ext cx="3242095" cy="1177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mbria" panose="02040503050406030204" pitchFamily="18" charset="0"/>
              <a:ea typeface="Cambria" panose="02040503050406030204" pitchFamily="18" charset="0"/>
            </a:rPr>
            <a:t>Very high dimensionality: </a:t>
          </a: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Requires strong feature-selection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mbria" panose="02040503050406030204" pitchFamily="18" charset="0"/>
              <a:ea typeface="Cambria" panose="02040503050406030204" pitchFamily="18" charset="0"/>
            </a:rPr>
            <a:t>Imbalanced class distribution:</a:t>
          </a: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 Needs class weighting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mbria" panose="02040503050406030204" pitchFamily="18" charset="0"/>
              <a:ea typeface="Cambria" panose="02040503050406030204" pitchFamily="18" charset="0"/>
            </a:rPr>
            <a:t>Colab memory limits: </a:t>
          </a: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Restricts batch sizes and model complexity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mbria" panose="02040503050406030204" pitchFamily="18" charset="0"/>
              <a:ea typeface="Cambria" panose="02040503050406030204" pitchFamily="18" charset="0"/>
            </a:rPr>
            <a:t>Large total output requirement</a:t>
          </a: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: More than 112 CSV files across methods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mbria" panose="02040503050406030204" pitchFamily="18" charset="0"/>
              <a:ea typeface="Cambria" panose="02040503050406030204" pitchFamily="18" charset="0"/>
            </a:rPr>
            <a:t>Strict deadlines</a:t>
          </a: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 for poster, demo videos, milestone submissions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mbria" panose="02040503050406030204" pitchFamily="18" charset="0"/>
              <a:ea typeface="Cambria" panose="02040503050406030204" pitchFamily="18" charset="0"/>
            </a:rPr>
            <a:t>Cross-team dependency</a:t>
          </a:r>
          <a:r>
            <a:rPr lang="en-US" sz="1300" kern="1200">
              <a:latin typeface="Cambria" panose="02040503050406030204" pitchFamily="18" charset="0"/>
              <a:ea typeface="Cambria" panose="02040503050406030204" pitchFamily="18" charset="0"/>
            </a:rPr>
            <a:t>: Each stage-wise notebook depends on others’ files</a:t>
          </a:r>
        </a:p>
      </dsp:txBody>
      <dsp:txXfrm>
        <a:off x="7636099" y="1781547"/>
        <a:ext cx="3242095" cy="11775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57580-8019-4B9C-902E-AABF1198AA8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A59C4-17F3-444C-912A-8498288A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9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CBCF5-1F00-60BC-AA51-C2CD725C1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3E486-0929-7666-0FD7-9E2304C4A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358E8-C865-C883-60D1-8F102ACC2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61A18-144B-643A-7F4A-15CCD7A5F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AA59C4-17F3-444C-912A-8498288AD4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148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1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4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4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90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42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8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64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4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33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54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02824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7753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2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2262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31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2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3770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, 5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D3B1BB6E-B06C-A17C-8C3E-79EABCBE4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0731A7D4-E0B1-9EFC-60E9-55B28D5F0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F379DD77-5A9A-AFFB-A8F9-07D52E77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489057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0" name="Rectangle 89">
            <a:extLst>
              <a:ext uri="{FF2B5EF4-FFF2-40B4-BE49-F238E27FC236}">
                <a16:creationId xmlns:a16="http://schemas.microsoft.com/office/drawing/2014/main" id="{8D81854D-7A68-8152-BE67-C5FD9CA58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1">
            <a:extLst>
              <a:ext uri="{FF2B5EF4-FFF2-40B4-BE49-F238E27FC236}">
                <a16:creationId xmlns:a16="http://schemas.microsoft.com/office/drawing/2014/main" id="{EA9BC805-8AC0-6973-6307-402D4873D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2A121-F74E-1DBB-F90E-9ECA5D2738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4941" y="2587692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A28972-BB4A-9DE5-EC1C-17EC2CEC1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2438" y="225583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>
              <a:lnSpc>
                <a:spcPct val="100000"/>
              </a:lnSpc>
              <a:defRPr sz="1800" b="1"/>
            </a:lvl2pPr>
            <a:lvl3pPr>
              <a:lnSpc>
                <a:spcPct val="100000"/>
              </a:lnSpc>
              <a:defRPr sz="1800" b="1"/>
            </a:lvl3pPr>
            <a:lvl4pPr>
              <a:lnSpc>
                <a:spcPct val="100000"/>
              </a:lnSpc>
              <a:defRPr sz="1800" b="1"/>
            </a:lvl4pPr>
            <a:lvl5pPr>
              <a:lnSpc>
                <a:spcPct val="100000"/>
              </a:lnSpc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1934284-00BE-576C-F2BA-050CD34490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4941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D4614F8-0641-9496-CFCF-28C7981225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2438" y="340955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04425C6-1E3A-2D07-F971-EA5DD926CB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4941" y="4888713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10C586E-C370-0572-962A-51D7AD99CB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22438" y="456327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76BF66F-CB64-BBEF-FBC9-3B4A250FF5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5543" y="2590187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15F872C-5958-E6E3-B049-C7D76BD602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47318" y="224428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9563155-4732-CF95-38F9-9E62545CF2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85543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8632D52-9F72-E6F7-9843-8646F95B5F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47318" y="339800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8084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4FD6E8-9410-CD68-AD6A-4F21B02B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9250" y="1"/>
            <a:ext cx="1333500" cy="1046131"/>
          </a:xfrm>
          <a:custGeom>
            <a:avLst/>
            <a:gdLst>
              <a:gd name="connsiteX0" fmla="*/ 0 w 1333500"/>
              <a:gd name="connsiteY0" fmla="*/ 0 h 1046131"/>
              <a:gd name="connsiteX1" fmla="*/ 1333500 w 1333500"/>
              <a:gd name="connsiteY1" fmla="*/ 0 h 1046131"/>
              <a:gd name="connsiteX2" fmla="*/ 1333500 w 1333500"/>
              <a:gd name="connsiteY2" fmla="*/ 828110 h 1046131"/>
              <a:gd name="connsiteX3" fmla="*/ 1115479 w 1333500"/>
              <a:gd name="connsiteY3" fmla="*/ 1046131 h 1046131"/>
              <a:gd name="connsiteX4" fmla="*/ 218021 w 1333500"/>
              <a:gd name="connsiteY4" fmla="*/ 1046131 h 1046131"/>
              <a:gd name="connsiteX5" fmla="*/ 0 w 1333500"/>
              <a:gd name="connsiteY5" fmla="*/ 828110 h 104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3500" h="1046131">
                <a:moveTo>
                  <a:pt x="0" y="0"/>
                </a:moveTo>
                <a:lnTo>
                  <a:pt x="1333500" y="0"/>
                </a:lnTo>
                <a:lnTo>
                  <a:pt x="1333500" y="828110"/>
                </a:lnTo>
                <a:cubicBezTo>
                  <a:pt x="1333500" y="948520"/>
                  <a:pt x="1235889" y="1046131"/>
                  <a:pt x="1115479" y="1046131"/>
                </a:cubicBezTo>
                <a:lnTo>
                  <a:pt x="218021" y="1046131"/>
                </a:lnTo>
                <a:cubicBezTo>
                  <a:pt x="97611" y="1046131"/>
                  <a:pt x="0" y="948520"/>
                  <a:pt x="0" y="82811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0C08F07-3AD6-984D-4638-073B6C0B8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6587" y="165378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68899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38137995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7749225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859992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600803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1581993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3270530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28262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2741939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3444E946-F8F1-AF42-1B44-88D6E8D58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32">
            <a:extLst>
              <a:ext uri="{FF2B5EF4-FFF2-40B4-BE49-F238E27FC236}">
                <a16:creationId xmlns:a16="http://schemas.microsoft.com/office/drawing/2014/main" id="{1299BA1F-0E26-4E9C-F0B9-7188112D0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04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81696869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31579173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5627759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24473923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35206524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3850379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20378635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45170277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62146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, 5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D3B1BB6E-B06C-A17C-8C3E-79EABCBE4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0731A7D4-E0B1-9EFC-60E9-55B28D5F0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F379DD77-5A9A-AFFB-A8F9-07D52E77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489057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0" name="Rectangle 89">
            <a:extLst>
              <a:ext uri="{FF2B5EF4-FFF2-40B4-BE49-F238E27FC236}">
                <a16:creationId xmlns:a16="http://schemas.microsoft.com/office/drawing/2014/main" id="{8D81854D-7A68-8152-BE67-C5FD9CA58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1">
            <a:extLst>
              <a:ext uri="{FF2B5EF4-FFF2-40B4-BE49-F238E27FC236}">
                <a16:creationId xmlns:a16="http://schemas.microsoft.com/office/drawing/2014/main" id="{EA9BC805-8AC0-6973-6307-402D4873D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2A121-F74E-1DBB-F90E-9ECA5D2738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4941" y="2587692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A28972-BB4A-9DE5-EC1C-17EC2CEC1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2438" y="225583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>
              <a:lnSpc>
                <a:spcPct val="100000"/>
              </a:lnSpc>
              <a:defRPr sz="1800" b="1"/>
            </a:lvl2pPr>
            <a:lvl3pPr>
              <a:lnSpc>
                <a:spcPct val="100000"/>
              </a:lnSpc>
              <a:defRPr sz="1800" b="1"/>
            </a:lvl3pPr>
            <a:lvl4pPr>
              <a:lnSpc>
                <a:spcPct val="100000"/>
              </a:lnSpc>
              <a:defRPr sz="1800" b="1"/>
            </a:lvl4pPr>
            <a:lvl5pPr>
              <a:lnSpc>
                <a:spcPct val="100000"/>
              </a:lnSpc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1934284-00BE-576C-F2BA-050CD34490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4941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D4614F8-0641-9496-CFCF-28C7981225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2438" y="340955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04425C6-1E3A-2D07-F971-EA5DD926CB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4941" y="4888713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10C586E-C370-0572-962A-51D7AD99CB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22438" y="456327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76BF66F-CB64-BBEF-FBC9-3B4A250FF5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5543" y="2590187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15F872C-5958-E6E3-B049-C7D76BD602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47318" y="224428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9563155-4732-CF95-38F9-9E62545CF2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85543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8632D52-9F72-E6F7-9843-8646F95B5F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47318" y="339800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1687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41447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7EF3883-1825-BE98-6A0D-E5F37120BE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9810" y="248648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B5B1545-4ACF-EE87-EB8A-9B9EA972A5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9812" y="323794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356766D-F5E2-7904-2225-4694EA4883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79810" y="418105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7425909-B584-C128-E335-0223B01043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79812" y="493251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FBF39DC5-6867-0012-C4D0-DEE4708FC8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73618" y="245358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B999FF2-3B3C-CAE5-8C40-0534622067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73618" y="320504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278CD6C-407A-4526-79EE-4485678B97A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73618" y="414815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CAD15B38-6459-7007-6121-FBC970B533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73618" y="489961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D31E811-3CD5-0EFF-DE01-1A00973F0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29B724C-47BD-4F2A-3B9E-0708E9CC8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C7665F0-017D-E5C3-9424-10E68875D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05921472-2B94-11CA-0EA0-AF6AEF589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03DC96CF-757E-BC05-38D0-8715C9F69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37CA06D-1180-342A-AFB2-C32BF9EEB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62DA1D6D-422E-EEDA-8DC9-5C5EAC473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840308-043D-3A53-DA0F-093E337CA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68068" y="4071131"/>
            <a:ext cx="90558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E90AB7-76A7-3140-4836-F21F77720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598756"/>
            <a:ext cx="0" cy="3272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3726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DE26A1A-0C2E-AA4F-2BFD-2FC457BEE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E13558B-C550-D97A-0993-90E482774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B01AD3E-A936-38B4-4A48-03DBD2461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F7CAE20-16AA-488D-A148-9F47CEF0D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11F815CC-EECB-FB5B-68C1-C48FC508C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EF9D6568-E832-17EE-6E8D-6D4F80BEF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2EC9985A-8A31-E099-A519-A003E3B94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81B36D-31CE-2315-D28B-4F83E6A869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5829" y="831919"/>
            <a:ext cx="6822170" cy="5194159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480569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F25448-0DAF-84AF-957A-8B7DD3CAE2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440" y="3666843"/>
            <a:ext cx="5950361" cy="17814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619FEFE-FA24-AF33-24CC-8CF8C2EA53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ABCDF30-736E-DDCD-8995-04081136D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CB8639-0E62-F8EE-441C-1B7A70F4D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1946413-27AA-1378-FE96-418D83493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46" name="Straight Connector 31">
            <a:extLst>
              <a:ext uri="{FF2B5EF4-FFF2-40B4-BE49-F238E27FC236}">
                <a16:creationId xmlns:a16="http://schemas.microsoft.com/office/drawing/2014/main" id="{6E886974-A437-755C-8DD2-D1FAF1F4C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70087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32">
            <a:extLst>
              <a:ext uri="{FF2B5EF4-FFF2-40B4-BE49-F238E27FC236}">
                <a16:creationId xmlns:a16="http://schemas.microsoft.com/office/drawing/2014/main" id="{A9ECFDDC-497E-4477-382E-22B08D2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16934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0068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F416DC19-3EE2-3837-631A-80C6DAE26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FD5174A-D175-9F7D-91D2-BF215C7FAC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0401" y="3629901"/>
            <a:ext cx="5970402" cy="18183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5" name="Freeform: Shape 23">
            <a:extLst>
              <a:ext uri="{FF2B5EF4-FFF2-40B4-BE49-F238E27FC236}">
                <a16:creationId xmlns:a16="http://schemas.microsoft.com/office/drawing/2014/main" id="{89FDD3A7-399A-2E72-FF25-BF24500FF6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CF167BF-3D71-20AF-2E69-EA5752A6E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C953D09-438D-5340-80C3-D1668C25A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737F91-61A6-9573-FAEE-32AB394D0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43CB0A4-DCC7-ECD1-D1DC-7A3771797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1">
            <a:extLst>
              <a:ext uri="{FF2B5EF4-FFF2-40B4-BE49-F238E27FC236}">
                <a16:creationId xmlns:a16="http://schemas.microsoft.com/office/drawing/2014/main" id="{A52A0D3B-29E2-5893-0F38-FC610A31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33609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94" y="664753"/>
            <a:ext cx="10404806" cy="1336218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28BEF0A-3979-E72C-A4EE-5F1F637674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153" y="2421470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20A46D8-C1DF-89B6-4A51-7FEB6D1AB1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8153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558D232-6427-2E85-B213-F223738026B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679357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0645D0BC-A9DA-E12F-8E3A-D92E84DFAE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79357" y="3805737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29BC67B-8DB8-ED49-A71F-203D191FFC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21374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5A65D9FC-079A-41A1-AD63-4FC557FAFE4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1374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35C612D0-E6BA-201C-B813-2AF097C445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63391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0A4EBF8-90AB-2AD7-7DE7-28533F6841D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63391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3E57881-0F22-B028-F6F5-D6CC95E7B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CDC47F-058C-1544-C172-0CF7FD50F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013B132-4B65-6444-B551-EFCA3C00F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9737AD9D-036B-D686-E1F7-D96BA9CE4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31C53475-91B5-C2EE-3B43-0929FF08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DD4FCC2-EFD7-465D-BCEC-F58C8C879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CC192184-488F-FD72-3C76-41CA9EA4F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4">
            <a:extLst>
              <a:ext uri="{FF2B5EF4-FFF2-40B4-BE49-F238E27FC236}">
                <a16:creationId xmlns:a16="http://schemas.microsoft.com/office/drawing/2014/main" id="{5842CD27-CDAB-FAF1-4CE8-A5000A356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77173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935411DC-B457-41AD-D330-F241093DB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19191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792ABE52-35D0-6CC6-55AA-1493BF6FB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61209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3432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A82AABF-6C46-C7AD-A4C0-E45FB6194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4015" y="1597866"/>
            <a:ext cx="9758710" cy="357025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CB038B6-4602-D699-13D8-B547493FE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2F764CB-3F63-304F-B1A6-306F5B150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2152872-FA9B-0540-760C-C649EEBA0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9E7F9F25-6C66-45A9-994C-15E946ED2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2610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2">
            <a:extLst>
              <a:ext uri="{FF2B5EF4-FFF2-40B4-BE49-F238E27FC236}">
                <a16:creationId xmlns:a16="http://schemas.microsoft.com/office/drawing/2014/main" id="{A37C7A4F-3518-6695-ED4C-3D6F39E8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5853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48428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128F4A2-EE01-4CBA-242B-892F9376B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83" y="383156"/>
            <a:ext cx="10865317" cy="3768220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6F3E6C8-C3BA-6487-EC36-6942C4DAA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583" y="4253117"/>
            <a:ext cx="10865317" cy="1174224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2B64614-3490-74B5-758E-8582A71C0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3583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1" name="Date Placeholder 3">
            <a:extLst>
              <a:ext uri="{FF2B5EF4-FFF2-40B4-BE49-F238E27FC236}">
                <a16:creationId xmlns:a16="http://schemas.microsoft.com/office/drawing/2014/main" id="{1B0611EC-60B3-4B52-5BE8-A3E876EC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13590703-55FF-F73B-5303-1591B4AE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7A28125E-23C5-98AD-F07E-1C566FF1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6667500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854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223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62B6FC0-CD1A-BD65-FEB7-E284C451FD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40624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7A418C-2617-BA69-B155-E2F7C513B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225" y="4253117"/>
            <a:ext cx="10912199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CB64D-D719-084C-2B74-BFFBB84F6A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383156"/>
            <a:ext cx="10912199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A6442EC-060A-D246-CC1B-D250262DD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C3DCF65-6641-B724-7326-DD1DD9AC9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E701096-2A85-8EA8-A5EC-D38F540D6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840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506746-8C45-7F37-9AFA-B89A7E4B4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58991"/>
            <a:ext cx="8667749" cy="3869961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1F45EC4-F660-165A-7E92-5E4D61FF2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600" y="4253117"/>
            <a:ext cx="8667749" cy="1174224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DC9E52-28EA-4972-BBAC-559097CE3A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52600" y="5501906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5735AC1-FB26-8EA1-D027-17E089CC7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48419612-CEB2-94CD-7A31-DCA2B214A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2EF214D-7620-1A42-7B18-3AB9F24AB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5405B0AF-EA77-026D-D39C-F2BDC1C0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2">
            <a:extLst>
              <a:ext uri="{FF2B5EF4-FFF2-40B4-BE49-F238E27FC236}">
                <a16:creationId xmlns:a16="http://schemas.microsoft.com/office/drawing/2014/main" id="{1A7CF60F-B95D-2C6B-49CD-826DAEBA8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63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3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AFF9E1B-D277-3CD7-0505-70A3DF503C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571" y="3939701"/>
            <a:ext cx="11517086" cy="1424780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C34CE9-1C8A-039B-8096-4B97AF95A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571" y="5387064"/>
            <a:ext cx="11517086" cy="43849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BAD26A8-E2F7-88F3-1B9C-84798D9CA7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" y="0"/>
            <a:ext cx="12192001" cy="3771900"/>
          </a:xfrm>
          <a:custGeom>
            <a:avLst/>
            <a:gdLst>
              <a:gd name="connsiteX0" fmla="*/ 2060179 w 12192001"/>
              <a:gd name="connsiteY0" fmla="*/ 2536316 h 3771900"/>
              <a:gd name="connsiteX1" fmla="*/ 12192001 w 12192001"/>
              <a:gd name="connsiteY1" fmla="*/ 2536316 h 3771900"/>
              <a:gd name="connsiteX2" fmla="*/ 12192001 w 12192001"/>
              <a:gd name="connsiteY2" fmla="*/ 3771900 h 3771900"/>
              <a:gd name="connsiteX3" fmla="*/ 2060179 w 12192001"/>
              <a:gd name="connsiteY3" fmla="*/ 3771900 h 3771900"/>
              <a:gd name="connsiteX4" fmla="*/ 6112791 w 12192001"/>
              <a:gd name="connsiteY4" fmla="*/ 1262587 h 3771900"/>
              <a:gd name="connsiteX5" fmla="*/ 12192000 w 12192001"/>
              <a:gd name="connsiteY5" fmla="*/ 1262587 h 3771900"/>
              <a:gd name="connsiteX6" fmla="*/ 12192000 w 12192001"/>
              <a:gd name="connsiteY6" fmla="*/ 2498171 h 3771900"/>
              <a:gd name="connsiteX7" fmla="*/ 6112791 w 12192001"/>
              <a:gd name="connsiteY7" fmla="*/ 2498171 h 3771900"/>
              <a:gd name="connsiteX8" fmla="*/ 0 w 12192001"/>
              <a:gd name="connsiteY8" fmla="*/ 1262587 h 3771900"/>
              <a:gd name="connsiteX9" fmla="*/ 6079209 w 12192001"/>
              <a:gd name="connsiteY9" fmla="*/ 1262587 h 3771900"/>
              <a:gd name="connsiteX10" fmla="*/ 6079209 w 12192001"/>
              <a:gd name="connsiteY10" fmla="*/ 2498171 h 3771900"/>
              <a:gd name="connsiteX11" fmla="*/ 0 w 12192001"/>
              <a:gd name="connsiteY11" fmla="*/ 2498171 h 3771900"/>
              <a:gd name="connsiteX12" fmla="*/ 0 w 12192001"/>
              <a:gd name="connsiteY12" fmla="*/ 0 h 3771900"/>
              <a:gd name="connsiteX13" fmla="*/ 10131822 w 12192001"/>
              <a:gd name="connsiteY13" fmla="*/ 0 h 3771900"/>
              <a:gd name="connsiteX14" fmla="*/ 10131822 w 12192001"/>
              <a:gd name="connsiteY14" fmla="*/ 1235584 h 3771900"/>
              <a:gd name="connsiteX15" fmla="*/ 0 w 12192001"/>
              <a:gd name="connsiteY15" fmla="*/ 1235584 h 377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3771900">
                <a:moveTo>
                  <a:pt x="2060179" y="2536316"/>
                </a:moveTo>
                <a:lnTo>
                  <a:pt x="12192001" y="2536316"/>
                </a:lnTo>
                <a:lnTo>
                  <a:pt x="12192001" y="3771900"/>
                </a:lnTo>
                <a:lnTo>
                  <a:pt x="2060179" y="3771900"/>
                </a:lnTo>
                <a:close/>
                <a:moveTo>
                  <a:pt x="6112791" y="1262587"/>
                </a:moveTo>
                <a:lnTo>
                  <a:pt x="12192000" y="1262587"/>
                </a:lnTo>
                <a:lnTo>
                  <a:pt x="12192000" y="2498171"/>
                </a:lnTo>
                <a:lnTo>
                  <a:pt x="6112791" y="2498171"/>
                </a:lnTo>
                <a:close/>
                <a:moveTo>
                  <a:pt x="0" y="1262587"/>
                </a:moveTo>
                <a:lnTo>
                  <a:pt x="6079209" y="1262587"/>
                </a:lnTo>
                <a:lnTo>
                  <a:pt x="6079209" y="2498171"/>
                </a:lnTo>
                <a:lnTo>
                  <a:pt x="0" y="2498171"/>
                </a:lnTo>
                <a:close/>
                <a:moveTo>
                  <a:pt x="0" y="0"/>
                </a:moveTo>
                <a:lnTo>
                  <a:pt x="10131822" y="0"/>
                </a:lnTo>
                <a:lnTo>
                  <a:pt x="10131822" y="1235584"/>
                </a:lnTo>
                <a:lnTo>
                  <a:pt x="0" y="12355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6AA2219-FD98-03D2-BB5C-E2321D2249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571" y="6030083"/>
            <a:ext cx="1733607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D31E19E-99D1-8CD0-E566-4E2F20A4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698B7D1-C36E-DFB0-A661-A5E474A68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35F19D-FD15-4BE1-660D-0643E54DA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7161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DB78E43-591B-FC77-A959-A64AB0D49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7870" y="383156"/>
            <a:ext cx="6022764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5093B11-F806-67DA-C9D7-48A738FD9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7870" y="4253117"/>
            <a:ext cx="6022764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70C32A11-D80D-8895-B299-F84B774E25E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700" y="-1270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274702A-06E8-AD73-62B2-B3A4A32E5D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30785" y="5739518"/>
            <a:ext cx="1909848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0A1C19A-4E5E-C742-32A1-2115149FC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9A9E029-23F0-CEC4-BA46-3EEC97738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900CB6-F919-93D0-C1AC-3EFB92BA7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2285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65BDE1-4C58-E0CC-97CA-4695152C2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6601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17E50D-F7E2-253D-428F-1DA3EFBC28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16600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84480"/>
            <a:ext cx="5384800" cy="4100194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E97C1-0EB0-B109-7BE3-9012BD59B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4521200"/>
            <a:ext cx="538480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42400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452387"/>
            <a:ext cx="56997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32671BA-90EF-59B5-C249-F7C365215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521200"/>
            <a:ext cx="56997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870222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13868"/>
            <a:ext cx="5943600" cy="3977640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F53C620-9E4A-9463-32D9-EAB787FF61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883" y="4405376"/>
            <a:ext cx="5952189" cy="1487424"/>
          </a:xfrm>
        </p:spPr>
        <p:txBody>
          <a:bodyPr anchor="t">
            <a:noAutofit/>
          </a:bodyPr>
          <a:lstStyle>
            <a:lvl1pPr marL="0" indent="0" algn="l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94263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86418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915AA-7D4E-CEF2-0E27-CA6FB479DB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1914" y="2032000"/>
            <a:ext cx="10371883" cy="39830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00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4502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8C40-517B-C014-D81B-823BAE2FD5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8" y="1542474"/>
            <a:ext cx="10504000" cy="44725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526D3A9-25EF-273F-0E13-352453468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36B9F0-0AA4-2C68-C74E-D1921EFEE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A9B5B83-6D7B-707F-F948-6BD712772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29DE8E-07F5-D1B2-C0AF-4DDB3060C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AFC956-0159-EEB8-6BC1-9C3F1B1AE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5377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4095B0E-61E1-13CE-6F7F-EE3F7FD0FD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8" y="314036"/>
            <a:ext cx="10515600" cy="57010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A793-2C0E-8F06-4362-96A1983B5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9044-6596-30C3-95FD-F186F8096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5F415-CF39-9236-9576-0DF9F95C1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7025791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4FB75-D5E0-9511-4FD2-C68C1C091E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9" y="1847276"/>
            <a:ext cx="10498202" cy="41677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1F12379-188A-C977-1150-3E5925DBE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BBEF7DA-BA6D-A07F-F03E-2BC9F8B31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C858912-AA2F-5EAF-FCD4-B77FA992F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D429890D-AAF9-8BC9-BD12-23ABDAA04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4611981F-BBC7-0DC8-FC22-8FF2B06CB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69503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4D1E701-C09D-5C9D-D6F0-B24CF24DE8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24949" y="2385975"/>
            <a:ext cx="5728848" cy="245479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FB65093-A00A-3EDD-C0C5-4CDFFD32B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D35FF5-CE2E-247E-ACA9-67EA0D258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35B66F-F94E-7191-89B2-9BC080EC5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9" name="Straight Connector 31">
            <a:extLst>
              <a:ext uri="{FF2B5EF4-FFF2-40B4-BE49-F238E27FC236}">
                <a16:creationId xmlns:a16="http://schemas.microsoft.com/office/drawing/2014/main" id="{318DEC2A-2948-AEF3-C9E8-2ED520DE0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6F8E1B26-93AA-F87D-FBC9-B4B64DEAF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14951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7179A23-77F8-DF71-F294-EBB8C50418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26188" y="2258569"/>
            <a:ext cx="6227609" cy="35570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5B8C-BD87-04ED-9CEF-4AFD2D0C8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1EFC9-7505-F7FF-CF6B-86AB99437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F0AB1-6FFC-E765-BFAA-96D029963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5030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BE3F9A9-6F1E-9A87-9F34-719BDBBB1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034BEAC-979B-C481-66E0-57CBE849F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33B9A1-B856-0C6C-BE29-3F7047578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574AC177-8C09-79F3-8CC6-DA60495C4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B15B36F5-13CB-A1A3-0ECD-756964BC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8D56DEF8-59B1-77EC-4BF9-9B1E066C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EAC0D963-F67D-C0B7-83D7-353132816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8E2A2FC-47FE-82C3-DDCE-775263AF6B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27784" y="1109588"/>
            <a:ext cx="6126013" cy="46388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133018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4B042FA-40F9-5B1B-253A-F9E4CE1EF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217913B-B30A-FA59-DEB0-EE00CE0E2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0BC0D2D-F6C3-AAB2-BE9B-976038A36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233E3486-94FE-93B7-B905-AD9FCF0CB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11974C7-CCAB-1907-BE37-42979777A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06A3D12A-2FB9-F068-52F8-5ECB59CF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F5C18F72-C84F-D063-4732-84EC0978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D273858-FBFD-DEAE-AD96-5C657A6EFD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8548" y="877457"/>
            <a:ext cx="6135249" cy="49406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6553055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000" y="825622"/>
            <a:ext cx="6858000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173E1F8-C04C-8FCF-9E14-B4E1DB2FFA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90001" y="1876088"/>
            <a:ext cx="6858000" cy="41389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C540298-18F9-BB50-4F7D-8DBF53B1A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470C8BC-9567-FE0B-27FF-87FC864EA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7C8A89B-AF92-C4D9-9581-EF8D76660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sp>
        <p:nvSpPr>
          <p:cNvPr id="20" name="Freeform: Shape 8">
            <a:extLst>
              <a:ext uri="{FF2B5EF4-FFF2-40B4-BE49-F238E27FC236}">
                <a16:creationId xmlns:a16="http://schemas.microsoft.com/office/drawing/2014/main" id="{6D6A59D5-A266-1465-E5EF-E8F22D2CF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88000" y="1215042"/>
            <a:ext cx="504000" cy="661046"/>
          </a:xfrm>
          <a:custGeom>
            <a:avLst/>
            <a:gdLst>
              <a:gd name="connsiteX0" fmla="*/ 0 w 3383176"/>
              <a:gd name="connsiteY0" fmla="*/ 0 h 661046"/>
              <a:gd name="connsiteX1" fmla="*/ 3383176 w 3383176"/>
              <a:gd name="connsiteY1" fmla="*/ 0 h 661046"/>
              <a:gd name="connsiteX2" fmla="*/ 3383176 w 3383176"/>
              <a:gd name="connsiteY2" fmla="*/ 661046 h 661046"/>
              <a:gd name="connsiteX3" fmla="*/ 0 w 3383176"/>
              <a:gd name="connsiteY3" fmla="*/ 661046 h 66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3176" h="661046">
                <a:moveTo>
                  <a:pt x="0" y="0"/>
                </a:moveTo>
                <a:lnTo>
                  <a:pt x="3383176" y="0"/>
                </a:lnTo>
                <a:lnTo>
                  <a:pt x="3383176" y="661046"/>
                </a:lnTo>
                <a:lnTo>
                  <a:pt x="0" y="66104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AC124138-469D-E937-2DC9-483425874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DCD94ED-A7C3-B922-5276-E0CFC541E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73986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61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902598-98B0-111E-C570-D294DFF63A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85613" y="2530765"/>
            <a:ext cx="4361688" cy="348427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530FC37-80EF-0A07-0887-E72EE2F2E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B5D7C95-B96F-1B15-0186-8CF2D27B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8935CD5-5B1B-FE89-B83F-E43E648AD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CFFC6615-4187-7A83-63EE-BF6CF6B2B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A13F58F-07D6-B33D-BD64-C72F39E3D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43435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65082D8-BAB5-0BFE-8BA8-E50FFE04E2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21529"/>
            <a:ext cx="4361688" cy="34935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3135D21-9D7B-C592-F9B1-C45527BFF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6E13FC-6FF0-0B11-2B96-ECCD78FC3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F63308A-4914-FAA4-AF71-EA8AB8B74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1BFCDEF0-A571-1775-D666-DD70D4326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B6AF83C9-36E2-6852-74FB-AB9B9B48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15519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1EB3780-5266-3444-3317-22ACFFCE49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25065" y="1902698"/>
            <a:ext cx="4522936" cy="41123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7B9E5B2-7325-82CA-6062-3169FE7D5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C01CB96-C098-D789-185D-0A6FED880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270D577-1A93-F8B5-EC60-749030FF6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F95D4149-5D4A-C071-F2F9-529F92199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F2CF751-80F5-AC12-9235-FEBCA21CF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83082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882F52C-7359-FD40-71A5-15E3C8B2A1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3491" y="1921164"/>
            <a:ext cx="4572000" cy="40938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FE30C-67A7-0896-8382-BABCD7034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6BC6-9D59-8976-032A-6B639BC50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30EEB-A8D0-4D9B-FDE5-0FCE3DC7D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FA6FBC27-AA27-A480-F758-AA0A0E34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3181070F-26E0-0C0D-6747-547B88616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791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5AB92A-BAA8-BA88-5315-6CDEB9B717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46433" y="2512293"/>
            <a:ext cx="3401568" cy="35027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858A2-3AA3-29EC-34E4-F6890BAEE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321516-7241-6346-DEBE-42DAA310A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A23FE0-8FD5-337D-C29C-60458812C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0" name="Straight Connector 31">
            <a:extLst>
              <a:ext uri="{FF2B5EF4-FFF2-40B4-BE49-F238E27FC236}">
                <a16:creationId xmlns:a16="http://schemas.microsoft.com/office/drawing/2014/main" id="{01CF247D-9042-90FD-312C-A1D50781E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B84D435-085C-D7FE-B28F-B6977BBE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9949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69C6F0A-B174-5013-4DDB-AB20BA8268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49236"/>
            <a:ext cx="3401568" cy="34658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3E85C36-1ED6-1795-08DB-23696B530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2E76A4-FFBE-61B8-F59B-EC1CE3BFD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82745D-51FE-069C-245E-4F44EB779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E4F783A1-78AA-BF8E-8A22-FCBFCE05B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32">
            <a:extLst>
              <a:ext uri="{FF2B5EF4-FFF2-40B4-BE49-F238E27FC236}">
                <a16:creationId xmlns:a16="http://schemas.microsoft.com/office/drawing/2014/main" id="{F749601C-05D8-E636-3210-CF2A8713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72412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A6011F-285F-BCE2-F758-C63F33675A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80245" y="2983345"/>
            <a:ext cx="3273552" cy="30316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FF9B-D63D-5137-0473-E4C0988E7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104BA7A-7438-73D7-F9C7-AB3C9A7E0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6204760-0885-A02F-0067-BD4AC55CC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385EA8A6-8678-1948-5F2D-5CF4833E0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3B9F398C-FAF1-1B27-836C-F97B88F78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64045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F99E67D-47D5-3842-1385-6C2F08D20E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69531" y="4509558"/>
            <a:ext cx="5778466" cy="15165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78DFD8-B1C6-7604-1671-4CDAC3912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921C03-3153-09AF-0D57-A0D96EBE1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6E0734-2C6E-8C3B-65F2-133B94CFC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663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2A94BD-34CC-6470-1478-1D549D046B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62400" y="3785795"/>
            <a:ext cx="7391397" cy="22402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82F43E7-55DC-C610-6DA1-025123735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E1085B-0F8A-711E-D721-A4D350D79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38CBE5-2DAC-95AD-3EE9-B0A0F5340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F8884F71-7DBC-7C26-DB2C-731FCBC2E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7712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813CFB62-5831-FDE1-34F0-38FCD7614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962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68890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3CBF087-ADB9-D746-ED3D-8EAC47AF3E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1639" y="824390"/>
            <a:ext cx="7376359" cy="22478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9BA7EC8-1425-F948-FB17-5F51DEC98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94AE2EC-59C3-D91C-8CD6-658F68BC5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BBD3BD-F630-46F9-25B2-85A0E608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76BDEB52-5B02-AD88-F4C8-F7406429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3778D6D3-2293-3FE4-3124-63EF2E3A5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27011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023DEB-EBD2-ECA5-19D2-F448BDC760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38998" y="2081048"/>
            <a:ext cx="4114800" cy="39450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24FB994-9B85-2B55-198D-4925FB1F2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CC0375-2AE8-A777-C3E0-7D2E3B0F6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637823D-6C6E-38BE-B6BE-096424E8D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33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7947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67490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D55DF58-60BC-15D0-99C3-6E7F78EBD7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08073" y="852884"/>
            <a:ext cx="5645724" cy="51621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12407CB-320D-5895-BDF5-2C4178E05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FCA35D-4F04-2227-AD9D-98F1BD01B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8A1129D-5B96-F258-CFFC-CF58226A7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8593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9B8D2C3-5A67-946F-8429-CD7583E6B2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73600" y="873726"/>
            <a:ext cx="6680197" cy="51413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E0A59B4-299A-C00C-5665-5D12C9EBB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9C32A1D-8E68-C458-3E60-D6054C920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D864DC-4F3D-BA46-DED4-8D088584F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E5C9C418-CC1A-8074-2930-D5627551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87758AAB-3FDA-3A2F-37ED-381B84536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54355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81D3DD9-10C8-C207-1E50-5F75DFD05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A3F5E3-D7B9-CD19-945F-38980AEB9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C4A806-42ED-564D-542E-AAAA4EAF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36CD38AE-A66F-08B7-774A-86EA48DC6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2">
            <a:extLst>
              <a:ext uri="{FF2B5EF4-FFF2-40B4-BE49-F238E27FC236}">
                <a16:creationId xmlns:a16="http://schemas.microsoft.com/office/drawing/2014/main" id="{96229C75-1749-7A15-57EA-3F40239C0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60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103858D-9532-D59F-FE73-A52EB24F3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A34F1EA-1A45-A729-FE88-FBF390F44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7189E61-2D87-C5BC-948B-835B50188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B99A632E-EAA8-D126-AC93-60A78F8F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28CDBC42-8DE5-DE9A-947A-15C0C6B2D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83402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2BA1728-455B-BDAB-6419-C04536C19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DDBA5A5-E947-E342-A677-E3AFE378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DC2686-2DAB-B424-F10D-506D01DF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6D22A03E-28FE-53DA-5B6A-383215ED1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81A987AB-C78C-597A-CC63-6E545EDEC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30127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4E269EE-28E5-BB8D-160A-2C905B350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D3A4CC-2170-D513-478A-C60C50FE1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F018A10-98B1-2374-E4F2-709B641CB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3" name="Straight Connector 31">
            <a:extLst>
              <a:ext uri="{FF2B5EF4-FFF2-40B4-BE49-F238E27FC236}">
                <a16:creationId xmlns:a16="http://schemas.microsoft.com/office/drawing/2014/main" id="{173B7D00-3E0F-D372-F868-E62DE8E2C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D187FA62-E4DF-283A-B2BB-2DADBA4EE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52820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961250B-543A-6F37-305B-5397B2D57B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115128"/>
            <a:ext cx="51577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101C122A-4474-6AF3-590D-B93E5FF99B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115128"/>
            <a:ext cx="51831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7404D35-FA36-303B-9506-3CD0CAF6E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BACB02-8504-5F46-9D13-168C82E2B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408501-24D6-36DD-2B2F-A53D1749A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6295426D-7EC9-29C7-0CAD-C64EF8184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692CB063-86B6-5775-3AD2-DF4E29DD1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62289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15B9C-3B12-7D73-101A-B7FF5D456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5282CE-2FB9-AAD9-5683-E23E63D443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07876E-CDDA-8EC2-D2D8-B041DA0D0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54FAAA69-6617-A985-B5BC-8A450B7E4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F7CDD230-E1EB-AB97-AA97-B6811E8B3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40625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411AC7-7C73-0770-E586-60D7DF67D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9A02A4-90B2-F621-2C48-053856927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2197B5-4EE8-CC14-4097-04B951FD9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5796759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8D387AC-5041-4BBD-7A52-6E3AE9E5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385A3C-B30C-0D20-0384-965032C54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3BB09-562E-C7FE-E47E-94C117C17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018DAF8-7D84-87BB-5E5A-4E2B4E47C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F8DD68C9-ACCE-74DD-5873-5F94A7E75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35284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3B652D-563A-C94A-A80F-37E30BB0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B469B7B-575C-C7B6-33FA-91A14DEF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084A6E-E5C4-0F80-C9A8-1A03B598C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3A4E4F4-19A2-02D9-2198-CCD4837C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0E658B9B-3A7A-CA54-A5EF-D656D0A1F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50926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ext Boxes T2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176E-FDDF-30CB-EB74-A75B39D0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2"/>
            <a:ext cx="7313081" cy="1268686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0C34D-8F75-41B3-4243-E45FBD015B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7C9BE17-F195-B7D7-9906-3F68C4E5F4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9015" y="2480765"/>
            <a:ext cx="7313082" cy="77678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0A29CEF9-B40D-3AB5-A905-56DCD5DA44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9015" y="2076846"/>
            <a:ext cx="7313082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8A9BE80-1B75-3817-195A-B531368899F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9015" y="3989109"/>
            <a:ext cx="7313082" cy="77678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B97CE0F-425D-D355-F103-AEA74543D4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9015" y="3585190"/>
            <a:ext cx="7313082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2B17C2-21D6-A744-F979-E37E1F13B7B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9015" y="5497452"/>
            <a:ext cx="7313082" cy="77678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8519AB0-A678-3458-92CD-D41756BB8F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9015" y="5093533"/>
            <a:ext cx="7313082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D93D0807-E56D-3914-FFD5-0C050D1076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15300" y="584200"/>
            <a:ext cx="3333749" cy="5689600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303021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15881835"/>
      </p:ext>
    </p:extLst>
  </p:cSld>
  <p:clrMapOvr>
    <a:masterClrMapping/>
  </p:clrMapOvr>
  <p:hf sldNum="0"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8830848"/>
      </p:ext>
    </p:extLst>
  </p:cSld>
  <p:clrMapOvr>
    <a:masterClrMapping/>
  </p:clrMapOvr>
  <p:hf sldNum="0"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9345460"/>
      </p:ext>
    </p:extLst>
  </p:cSld>
  <p:clrMapOvr>
    <a:masterClrMapping/>
  </p:clrMapOvr>
  <p:hf sldNum="0"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54021412"/>
      </p:ext>
    </p:extLst>
  </p:cSld>
  <p:clrMapOvr>
    <a:masterClrMapping/>
  </p:clrMapOvr>
  <p:hf sldNum="0" hdr="0" ft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1612951"/>
      </p:ext>
    </p:extLst>
  </p:cSld>
  <p:clrMapOvr>
    <a:masterClrMapping/>
  </p:clrMapOvr>
  <p:hf sldNum="0"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83698705"/>
      </p:ext>
    </p:extLst>
  </p:cSld>
  <p:clrMapOvr>
    <a:masterClrMapping/>
  </p:clrMapOvr>
  <p:hf sldNum="0"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1036595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677303"/>
      </p:ext>
    </p:extLst>
  </p:cSld>
  <p:clrMapOvr>
    <a:masterClrMapping/>
  </p:clrMapOvr>
  <p:hf sldNum="0"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3444E946-F8F1-AF42-1B44-88D6E8D58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32">
            <a:extLst>
              <a:ext uri="{FF2B5EF4-FFF2-40B4-BE49-F238E27FC236}">
                <a16:creationId xmlns:a16="http://schemas.microsoft.com/office/drawing/2014/main" id="{1299BA1F-0E26-4E9C-F0B9-7188112D0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14725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0761383"/>
      </p:ext>
    </p:extLst>
  </p:cSld>
  <p:clrMapOvr>
    <a:masterClrMapping/>
  </p:clrMapOvr>
  <p:hf sldNum="0"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2503798"/>
      </p:ext>
    </p:extLst>
  </p:cSld>
  <p:clrMapOvr>
    <a:masterClrMapping/>
  </p:clrMapOvr>
  <p:hf sldNum="0"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1576212"/>
      </p:ext>
    </p:extLst>
  </p:cSld>
  <p:clrMapOvr>
    <a:masterClrMapping/>
  </p:clrMapOvr>
  <p:hf sldNum="0" hdr="0" ft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86966745"/>
      </p:ext>
    </p:extLst>
  </p:cSld>
  <p:clrMapOvr>
    <a:masterClrMapping/>
  </p:clrMapOvr>
  <p:hf sldNum="0" hdr="0" ft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5789346"/>
      </p:ext>
    </p:extLst>
  </p:cSld>
  <p:clrMapOvr>
    <a:masterClrMapping/>
  </p:clrMapOvr>
  <p:hf sldNum="0"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0607133"/>
      </p:ext>
    </p:extLst>
  </p:cSld>
  <p:clrMapOvr>
    <a:masterClrMapping/>
  </p:clrMapOvr>
  <p:hf sldNum="0" hdr="0" ft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3769248"/>
      </p:ext>
    </p:extLst>
  </p:cSld>
  <p:clrMapOvr>
    <a:masterClrMapping/>
  </p:clrMapOvr>
  <p:hf sldNum="0" hdr="0" ftr="0" dt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73852330"/>
      </p:ext>
    </p:extLst>
  </p:cSld>
  <p:clrMapOvr>
    <a:masterClrMapping/>
  </p:clrMapOvr>
  <p:hf sldNum="0" hdr="0" ftr="0" dt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86480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, 5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D3B1BB6E-B06C-A17C-8C3E-79EABCBE4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0731A7D4-E0B1-9EFC-60E9-55B28D5F0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F379DD77-5A9A-AFFB-A8F9-07D52E77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489057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0" name="Rectangle 89">
            <a:extLst>
              <a:ext uri="{FF2B5EF4-FFF2-40B4-BE49-F238E27FC236}">
                <a16:creationId xmlns:a16="http://schemas.microsoft.com/office/drawing/2014/main" id="{8D81854D-7A68-8152-BE67-C5FD9CA58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1">
            <a:extLst>
              <a:ext uri="{FF2B5EF4-FFF2-40B4-BE49-F238E27FC236}">
                <a16:creationId xmlns:a16="http://schemas.microsoft.com/office/drawing/2014/main" id="{EA9BC805-8AC0-6973-6307-402D4873D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2A121-F74E-1DBB-F90E-9ECA5D2738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4941" y="2587692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A28972-BB4A-9DE5-EC1C-17EC2CEC1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2438" y="225583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>
              <a:lnSpc>
                <a:spcPct val="100000"/>
              </a:lnSpc>
              <a:defRPr sz="1800" b="1"/>
            </a:lvl2pPr>
            <a:lvl3pPr>
              <a:lnSpc>
                <a:spcPct val="100000"/>
              </a:lnSpc>
              <a:defRPr sz="1800" b="1"/>
            </a:lvl3pPr>
            <a:lvl4pPr>
              <a:lnSpc>
                <a:spcPct val="100000"/>
              </a:lnSpc>
              <a:defRPr sz="1800" b="1"/>
            </a:lvl4pPr>
            <a:lvl5pPr>
              <a:lnSpc>
                <a:spcPct val="100000"/>
              </a:lnSpc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1934284-00BE-576C-F2BA-050CD34490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4941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D4614F8-0641-9496-CFCF-28C7981225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2438" y="340955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04425C6-1E3A-2D07-F971-EA5DD926CB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4941" y="4888713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10C586E-C370-0572-962A-51D7AD99CB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22438" y="456327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76BF66F-CB64-BBEF-FBC9-3B4A250FF5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5543" y="2590187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15F872C-5958-E6E3-B049-C7D76BD602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47318" y="224428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9563155-4732-CF95-38F9-9E62545CF2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85543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8632D52-9F72-E6F7-9843-8646F95B5F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47318" y="339800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04121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4FD6E8-9410-CD68-AD6A-4F21B02B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9250" y="1"/>
            <a:ext cx="1333500" cy="1046131"/>
          </a:xfrm>
          <a:custGeom>
            <a:avLst/>
            <a:gdLst>
              <a:gd name="connsiteX0" fmla="*/ 0 w 1333500"/>
              <a:gd name="connsiteY0" fmla="*/ 0 h 1046131"/>
              <a:gd name="connsiteX1" fmla="*/ 1333500 w 1333500"/>
              <a:gd name="connsiteY1" fmla="*/ 0 h 1046131"/>
              <a:gd name="connsiteX2" fmla="*/ 1333500 w 1333500"/>
              <a:gd name="connsiteY2" fmla="*/ 828110 h 1046131"/>
              <a:gd name="connsiteX3" fmla="*/ 1115479 w 1333500"/>
              <a:gd name="connsiteY3" fmla="*/ 1046131 h 1046131"/>
              <a:gd name="connsiteX4" fmla="*/ 218021 w 1333500"/>
              <a:gd name="connsiteY4" fmla="*/ 1046131 h 1046131"/>
              <a:gd name="connsiteX5" fmla="*/ 0 w 1333500"/>
              <a:gd name="connsiteY5" fmla="*/ 828110 h 104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3500" h="1046131">
                <a:moveTo>
                  <a:pt x="0" y="0"/>
                </a:moveTo>
                <a:lnTo>
                  <a:pt x="1333500" y="0"/>
                </a:lnTo>
                <a:lnTo>
                  <a:pt x="1333500" y="828110"/>
                </a:lnTo>
                <a:cubicBezTo>
                  <a:pt x="1333500" y="948520"/>
                  <a:pt x="1235889" y="1046131"/>
                  <a:pt x="1115479" y="1046131"/>
                </a:cubicBezTo>
                <a:lnTo>
                  <a:pt x="218021" y="1046131"/>
                </a:lnTo>
                <a:cubicBezTo>
                  <a:pt x="97611" y="1046131"/>
                  <a:pt x="0" y="948520"/>
                  <a:pt x="0" y="82811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0C08F07-3AD6-984D-4638-073B6C0B8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6587" y="165378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15168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41447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7EF3883-1825-BE98-6A0D-E5F37120BE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9810" y="248648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B5B1545-4ACF-EE87-EB8A-9B9EA972A5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9812" y="323794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356766D-F5E2-7904-2225-4694EA4883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79810" y="418105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7425909-B584-C128-E335-0223B01043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79812" y="493251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FBF39DC5-6867-0012-C4D0-DEE4708FC8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73618" y="245358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B999FF2-3B3C-CAE5-8C40-0534622067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73618" y="320504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278CD6C-407A-4526-79EE-4485678B97A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73618" y="414815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CAD15B38-6459-7007-6121-FBC970B533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73618" y="489961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D31E811-3CD5-0EFF-DE01-1A00973F0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29B724C-47BD-4F2A-3B9E-0708E9CC8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C7665F0-017D-E5C3-9424-10E68875D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05921472-2B94-11CA-0EA0-AF6AEF589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03DC96CF-757E-BC05-38D0-8715C9F69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37CA06D-1180-342A-AFB2-C32BF9EEB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62DA1D6D-422E-EEDA-8DC9-5C5EAC473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840308-043D-3A53-DA0F-093E337CA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68068" y="4071131"/>
            <a:ext cx="90558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E90AB7-76A7-3140-4836-F21F77720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598756"/>
            <a:ext cx="0" cy="3272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14190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DE26A1A-0C2E-AA4F-2BFD-2FC457BEE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E13558B-C550-D97A-0993-90E482774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B01AD3E-A936-38B4-4A48-03DBD2461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F7CAE20-16AA-488D-A148-9F47CEF0D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11F815CC-EECB-FB5B-68C1-C48FC508C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EF9D6568-E832-17EE-6E8D-6D4F80BEF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2EC9985A-8A31-E099-A519-A003E3B94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81B36D-31CE-2315-D28B-4F83E6A869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5829" y="831919"/>
            <a:ext cx="6822170" cy="5194159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2198572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F25448-0DAF-84AF-957A-8B7DD3CAE2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440" y="3666843"/>
            <a:ext cx="5950361" cy="17814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619FEFE-FA24-AF33-24CC-8CF8C2EA53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ABCDF30-736E-DDCD-8995-04081136D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CB8639-0E62-F8EE-441C-1B7A70F4D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1946413-27AA-1378-FE96-418D83493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46" name="Straight Connector 31">
            <a:extLst>
              <a:ext uri="{FF2B5EF4-FFF2-40B4-BE49-F238E27FC236}">
                <a16:creationId xmlns:a16="http://schemas.microsoft.com/office/drawing/2014/main" id="{6E886974-A437-755C-8DD2-D1FAF1F4C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70087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32">
            <a:extLst>
              <a:ext uri="{FF2B5EF4-FFF2-40B4-BE49-F238E27FC236}">
                <a16:creationId xmlns:a16="http://schemas.microsoft.com/office/drawing/2014/main" id="{A9ECFDDC-497E-4477-382E-22B08D2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16934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27144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F416DC19-3EE2-3837-631A-80C6DAE26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FD5174A-D175-9F7D-91D2-BF215C7FAC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0401" y="3629901"/>
            <a:ext cx="5970402" cy="18183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5" name="Freeform: Shape 23">
            <a:extLst>
              <a:ext uri="{FF2B5EF4-FFF2-40B4-BE49-F238E27FC236}">
                <a16:creationId xmlns:a16="http://schemas.microsoft.com/office/drawing/2014/main" id="{89FDD3A7-399A-2E72-FF25-BF24500FF6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CF167BF-3D71-20AF-2E69-EA5752A6E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C953D09-438D-5340-80C3-D1668C25A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737F91-61A6-9573-FAEE-32AB394D0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43CB0A4-DCC7-ECD1-D1DC-7A3771797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1">
            <a:extLst>
              <a:ext uri="{FF2B5EF4-FFF2-40B4-BE49-F238E27FC236}">
                <a16:creationId xmlns:a16="http://schemas.microsoft.com/office/drawing/2014/main" id="{A52A0D3B-29E2-5893-0F38-FC610A31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17285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94" y="664753"/>
            <a:ext cx="10404806" cy="1336218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28BEF0A-3979-E72C-A4EE-5F1F637674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153" y="2421470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20A46D8-C1DF-89B6-4A51-7FEB6D1AB1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8153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558D232-6427-2E85-B213-F223738026B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679357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0645D0BC-A9DA-E12F-8E3A-D92E84DFAE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79357" y="3805737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29BC67B-8DB8-ED49-A71F-203D191FFC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21374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5A65D9FC-079A-41A1-AD63-4FC557FAFE4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1374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35C612D0-E6BA-201C-B813-2AF097C445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63391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0A4EBF8-90AB-2AD7-7DE7-28533F6841D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63391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3E57881-0F22-B028-F6F5-D6CC95E7B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CDC47F-058C-1544-C172-0CF7FD50F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013B132-4B65-6444-B551-EFCA3C00F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9737AD9D-036B-D686-E1F7-D96BA9CE4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31C53475-91B5-C2EE-3B43-0929FF08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DD4FCC2-EFD7-465D-BCEC-F58C8C879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CC192184-488F-FD72-3C76-41CA9EA4F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4">
            <a:extLst>
              <a:ext uri="{FF2B5EF4-FFF2-40B4-BE49-F238E27FC236}">
                <a16:creationId xmlns:a16="http://schemas.microsoft.com/office/drawing/2014/main" id="{5842CD27-CDAB-FAF1-4CE8-A5000A356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77173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935411DC-B457-41AD-D330-F241093DB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19191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792ABE52-35D0-6CC6-55AA-1493BF6FB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61209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31189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A82AABF-6C46-C7AD-A4C0-E45FB6194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4015" y="1597866"/>
            <a:ext cx="9758710" cy="357025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CB038B6-4602-D699-13D8-B547493FE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2F764CB-3F63-304F-B1A6-306F5B150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2152872-FA9B-0540-760C-C649EEBA0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9E7F9F25-6C66-45A9-994C-15E946ED2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2610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2">
            <a:extLst>
              <a:ext uri="{FF2B5EF4-FFF2-40B4-BE49-F238E27FC236}">
                <a16:creationId xmlns:a16="http://schemas.microsoft.com/office/drawing/2014/main" id="{A37C7A4F-3518-6695-ED4C-3D6F39E8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5853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3058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128F4A2-EE01-4CBA-242B-892F9376B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83" y="383156"/>
            <a:ext cx="10865317" cy="3768220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6F3E6C8-C3BA-6487-EC36-6942C4DAA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583" y="4253117"/>
            <a:ext cx="10865317" cy="1174224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2B64614-3490-74B5-758E-8582A71C0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3583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1" name="Date Placeholder 3">
            <a:extLst>
              <a:ext uri="{FF2B5EF4-FFF2-40B4-BE49-F238E27FC236}">
                <a16:creationId xmlns:a16="http://schemas.microsoft.com/office/drawing/2014/main" id="{1B0611EC-60B3-4B52-5BE8-A3E876EC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13590703-55FF-F73B-5303-1591B4AE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7A28125E-23C5-98AD-F07E-1C566FF1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6667500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854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470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62B6FC0-CD1A-BD65-FEB7-E284C451FD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40624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7A418C-2617-BA69-B155-E2F7C513B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225" y="4253117"/>
            <a:ext cx="10912199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CB64D-D719-084C-2B74-BFFBB84F6A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383156"/>
            <a:ext cx="10912199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A6442EC-060A-D246-CC1B-D250262DD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C3DCF65-6641-B724-7326-DD1DD9AC9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E701096-2A85-8EA8-A5EC-D38F540D6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717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506746-8C45-7F37-9AFA-B89A7E4B4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58991"/>
            <a:ext cx="8667749" cy="3869961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1F45EC4-F660-165A-7E92-5E4D61FF2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600" y="4253117"/>
            <a:ext cx="8667749" cy="1174224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DC9E52-28EA-4972-BBAC-559097CE3A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52600" y="5501906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5735AC1-FB26-8EA1-D027-17E089CC7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48419612-CEB2-94CD-7A31-DCA2B214A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2EF214D-7620-1A42-7B18-3AB9F24AB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5405B0AF-EA77-026D-D39C-F2BDC1C0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2">
            <a:extLst>
              <a:ext uri="{FF2B5EF4-FFF2-40B4-BE49-F238E27FC236}">
                <a16:creationId xmlns:a16="http://schemas.microsoft.com/office/drawing/2014/main" id="{1A7CF60F-B95D-2C6B-49CD-826DAEBA8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917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3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AFF9E1B-D277-3CD7-0505-70A3DF503C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571" y="3939701"/>
            <a:ext cx="11517086" cy="1424780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C34CE9-1C8A-039B-8096-4B97AF95A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571" y="5387064"/>
            <a:ext cx="11517086" cy="43849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BAD26A8-E2F7-88F3-1B9C-84798D9CA7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" y="0"/>
            <a:ext cx="12192001" cy="3771900"/>
          </a:xfrm>
          <a:custGeom>
            <a:avLst/>
            <a:gdLst>
              <a:gd name="connsiteX0" fmla="*/ 2060179 w 12192001"/>
              <a:gd name="connsiteY0" fmla="*/ 2536316 h 3771900"/>
              <a:gd name="connsiteX1" fmla="*/ 12192001 w 12192001"/>
              <a:gd name="connsiteY1" fmla="*/ 2536316 h 3771900"/>
              <a:gd name="connsiteX2" fmla="*/ 12192001 w 12192001"/>
              <a:gd name="connsiteY2" fmla="*/ 3771900 h 3771900"/>
              <a:gd name="connsiteX3" fmla="*/ 2060179 w 12192001"/>
              <a:gd name="connsiteY3" fmla="*/ 3771900 h 3771900"/>
              <a:gd name="connsiteX4" fmla="*/ 6112791 w 12192001"/>
              <a:gd name="connsiteY4" fmla="*/ 1262587 h 3771900"/>
              <a:gd name="connsiteX5" fmla="*/ 12192000 w 12192001"/>
              <a:gd name="connsiteY5" fmla="*/ 1262587 h 3771900"/>
              <a:gd name="connsiteX6" fmla="*/ 12192000 w 12192001"/>
              <a:gd name="connsiteY6" fmla="*/ 2498171 h 3771900"/>
              <a:gd name="connsiteX7" fmla="*/ 6112791 w 12192001"/>
              <a:gd name="connsiteY7" fmla="*/ 2498171 h 3771900"/>
              <a:gd name="connsiteX8" fmla="*/ 0 w 12192001"/>
              <a:gd name="connsiteY8" fmla="*/ 1262587 h 3771900"/>
              <a:gd name="connsiteX9" fmla="*/ 6079209 w 12192001"/>
              <a:gd name="connsiteY9" fmla="*/ 1262587 h 3771900"/>
              <a:gd name="connsiteX10" fmla="*/ 6079209 w 12192001"/>
              <a:gd name="connsiteY10" fmla="*/ 2498171 h 3771900"/>
              <a:gd name="connsiteX11" fmla="*/ 0 w 12192001"/>
              <a:gd name="connsiteY11" fmla="*/ 2498171 h 3771900"/>
              <a:gd name="connsiteX12" fmla="*/ 0 w 12192001"/>
              <a:gd name="connsiteY12" fmla="*/ 0 h 3771900"/>
              <a:gd name="connsiteX13" fmla="*/ 10131822 w 12192001"/>
              <a:gd name="connsiteY13" fmla="*/ 0 h 3771900"/>
              <a:gd name="connsiteX14" fmla="*/ 10131822 w 12192001"/>
              <a:gd name="connsiteY14" fmla="*/ 1235584 h 3771900"/>
              <a:gd name="connsiteX15" fmla="*/ 0 w 12192001"/>
              <a:gd name="connsiteY15" fmla="*/ 1235584 h 377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3771900">
                <a:moveTo>
                  <a:pt x="2060179" y="2536316"/>
                </a:moveTo>
                <a:lnTo>
                  <a:pt x="12192001" y="2536316"/>
                </a:lnTo>
                <a:lnTo>
                  <a:pt x="12192001" y="3771900"/>
                </a:lnTo>
                <a:lnTo>
                  <a:pt x="2060179" y="3771900"/>
                </a:lnTo>
                <a:close/>
                <a:moveTo>
                  <a:pt x="6112791" y="1262587"/>
                </a:moveTo>
                <a:lnTo>
                  <a:pt x="12192000" y="1262587"/>
                </a:lnTo>
                <a:lnTo>
                  <a:pt x="12192000" y="2498171"/>
                </a:lnTo>
                <a:lnTo>
                  <a:pt x="6112791" y="2498171"/>
                </a:lnTo>
                <a:close/>
                <a:moveTo>
                  <a:pt x="0" y="1262587"/>
                </a:moveTo>
                <a:lnTo>
                  <a:pt x="6079209" y="1262587"/>
                </a:lnTo>
                <a:lnTo>
                  <a:pt x="6079209" y="2498171"/>
                </a:lnTo>
                <a:lnTo>
                  <a:pt x="0" y="2498171"/>
                </a:lnTo>
                <a:close/>
                <a:moveTo>
                  <a:pt x="0" y="0"/>
                </a:moveTo>
                <a:lnTo>
                  <a:pt x="10131822" y="0"/>
                </a:lnTo>
                <a:lnTo>
                  <a:pt x="10131822" y="1235584"/>
                </a:lnTo>
                <a:lnTo>
                  <a:pt x="0" y="12355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6AA2219-FD98-03D2-BB5C-E2321D2249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571" y="6030083"/>
            <a:ext cx="1733607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D31E19E-99D1-8CD0-E566-4E2F20A4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698B7D1-C36E-DFB0-A661-A5E474A68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35F19D-FD15-4BE1-660D-0643E54DA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85621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DB78E43-591B-FC77-A959-A64AB0D49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7870" y="383156"/>
            <a:ext cx="6022764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5093B11-F806-67DA-C9D7-48A738FD9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7870" y="4253117"/>
            <a:ext cx="6022764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70C32A11-D80D-8895-B299-F84B774E25E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700" y="-1270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274702A-06E8-AD73-62B2-B3A4A32E5D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30785" y="5739518"/>
            <a:ext cx="1909848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0A1C19A-4E5E-C742-32A1-2115149FC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9A9E029-23F0-CEC4-BA46-3EEC97738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900CB6-F919-93D0-C1AC-3EFB92BA7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4313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65BDE1-4C58-E0CC-97CA-4695152C2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6601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17E50D-F7E2-253D-428F-1DA3EFBC28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16600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84480"/>
            <a:ext cx="5384800" cy="4100194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E97C1-0EB0-B109-7BE3-9012BD59B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4521200"/>
            <a:ext cx="538480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20458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452387"/>
            <a:ext cx="56997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32671BA-90EF-59B5-C249-F7C365215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521200"/>
            <a:ext cx="56997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80380845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13868"/>
            <a:ext cx="5943600" cy="3977640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F53C620-9E4A-9463-32D9-EAB787FF61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883" y="4405376"/>
            <a:ext cx="5952189" cy="1487424"/>
          </a:xfrm>
        </p:spPr>
        <p:txBody>
          <a:bodyPr anchor="t">
            <a:noAutofit/>
          </a:bodyPr>
          <a:lstStyle>
            <a:lvl1pPr marL="0" indent="0" algn="l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1322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62316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915AA-7D4E-CEF2-0E27-CA6FB479DB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1914" y="2032000"/>
            <a:ext cx="10371883" cy="39830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00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823683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8C40-517B-C014-D81B-823BAE2FD5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8" y="1542474"/>
            <a:ext cx="10504000" cy="44725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526D3A9-25EF-273F-0E13-352453468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36B9F0-0AA4-2C68-C74E-D1921EFEE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A9B5B83-6D7B-707F-F948-6BD712772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29DE8E-07F5-D1B2-C0AF-4DDB3060C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AFC956-0159-EEB8-6BC1-9C3F1B1AE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88949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4095B0E-61E1-13CE-6F7F-EE3F7FD0FD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8" y="314036"/>
            <a:ext cx="10515600" cy="57010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A793-2C0E-8F06-4362-96A1983B5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9044-6596-30C3-95FD-F186F8096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5F415-CF39-9236-9576-0DF9F95C1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49435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4FB75-D5E0-9511-4FD2-C68C1C091E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9" y="1847276"/>
            <a:ext cx="10498202" cy="41677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1F12379-188A-C977-1150-3E5925DBE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BBEF7DA-BA6D-A07F-F03E-2BC9F8B31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C858912-AA2F-5EAF-FCD4-B77FA992F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D429890D-AAF9-8BC9-BD12-23ABDAA04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4611981F-BBC7-0DC8-FC22-8FF2B06CB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48723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4D1E701-C09D-5C9D-D6F0-B24CF24DE8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24949" y="2385975"/>
            <a:ext cx="5728848" cy="245479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FB65093-A00A-3EDD-C0C5-4CDFFD32B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D35FF5-CE2E-247E-ACA9-67EA0D258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35B66F-F94E-7191-89B2-9BC080EC5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9" name="Straight Connector 31">
            <a:extLst>
              <a:ext uri="{FF2B5EF4-FFF2-40B4-BE49-F238E27FC236}">
                <a16:creationId xmlns:a16="http://schemas.microsoft.com/office/drawing/2014/main" id="{318DEC2A-2948-AEF3-C9E8-2ED520DE0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6F8E1B26-93AA-F87D-FBC9-B4B64DEAF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30635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7179A23-77F8-DF71-F294-EBB8C50418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26188" y="2258569"/>
            <a:ext cx="6227609" cy="35570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5B8C-BD87-04ED-9CEF-4AFD2D0C8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1EFC9-7505-F7FF-CF6B-86AB99437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F0AB1-6FFC-E765-BFAA-96D029963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68507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BE3F9A9-6F1E-9A87-9F34-719BDBBB1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034BEAC-979B-C481-66E0-57CBE849F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33B9A1-B856-0C6C-BE29-3F7047578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574AC177-8C09-79F3-8CC6-DA60495C4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B15B36F5-13CB-A1A3-0ECD-756964BC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8D56DEF8-59B1-77EC-4BF9-9B1E066C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EAC0D963-F67D-C0B7-83D7-353132816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8E2A2FC-47FE-82C3-DDCE-775263AF6B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27784" y="1109588"/>
            <a:ext cx="6126013" cy="46388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7345810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4B042FA-40F9-5B1B-253A-F9E4CE1EF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217913B-B30A-FA59-DEB0-EE00CE0E2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0BC0D2D-F6C3-AAB2-BE9B-976038A36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233E3486-94FE-93B7-B905-AD9FCF0CB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11974C7-CCAB-1907-BE37-42979777A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06A3D12A-2FB9-F068-52F8-5ECB59CF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F5C18F72-C84F-D063-4732-84EC0978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D273858-FBFD-DEAE-AD96-5C657A6EFD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8548" y="877457"/>
            <a:ext cx="6135249" cy="49406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221269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000" y="825622"/>
            <a:ext cx="6858000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173E1F8-C04C-8FCF-9E14-B4E1DB2FFA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90001" y="1876088"/>
            <a:ext cx="6858000" cy="41389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C540298-18F9-BB50-4F7D-8DBF53B1A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470C8BC-9567-FE0B-27FF-87FC864EA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7C8A89B-AF92-C4D9-9581-EF8D76660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sp>
        <p:nvSpPr>
          <p:cNvPr id="20" name="Freeform: Shape 8">
            <a:extLst>
              <a:ext uri="{FF2B5EF4-FFF2-40B4-BE49-F238E27FC236}">
                <a16:creationId xmlns:a16="http://schemas.microsoft.com/office/drawing/2014/main" id="{6D6A59D5-A266-1465-E5EF-E8F22D2CF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88000" y="1215042"/>
            <a:ext cx="504000" cy="661046"/>
          </a:xfrm>
          <a:custGeom>
            <a:avLst/>
            <a:gdLst>
              <a:gd name="connsiteX0" fmla="*/ 0 w 3383176"/>
              <a:gd name="connsiteY0" fmla="*/ 0 h 661046"/>
              <a:gd name="connsiteX1" fmla="*/ 3383176 w 3383176"/>
              <a:gd name="connsiteY1" fmla="*/ 0 h 661046"/>
              <a:gd name="connsiteX2" fmla="*/ 3383176 w 3383176"/>
              <a:gd name="connsiteY2" fmla="*/ 661046 h 661046"/>
              <a:gd name="connsiteX3" fmla="*/ 0 w 3383176"/>
              <a:gd name="connsiteY3" fmla="*/ 661046 h 66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3176" h="661046">
                <a:moveTo>
                  <a:pt x="0" y="0"/>
                </a:moveTo>
                <a:lnTo>
                  <a:pt x="3383176" y="0"/>
                </a:lnTo>
                <a:lnTo>
                  <a:pt x="3383176" y="661046"/>
                </a:lnTo>
                <a:lnTo>
                  <a:pt x="0" y="66104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AC124138-469D-E937-2DC9-483425874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DCD94ED-A7C3-B922-5276-E0CFC541E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560931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61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902598-98B0-111E-C570-D294DFF63A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85613" y="2530765"/>
            <a:ext cx="4361688" cy="348427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530FC37-80EF-0A07-0887-E72EE2F2E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B5D7C95-B96F-1B15-0186-8CF2D27B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8935CD5-5B1B-FE89-B83F-E43E648AD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CFFC6615-4187-7A83-63EE-BF6CF6B2B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A13F58F-07D6-B33D-BD64-C72F39E3D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99745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65082D8-BAB5-0BFE-8BA8-E50FFE04E2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21529"/>
            <a:ext cx="4361688" cy="34935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3135D21-9D7B-C592-F9B1-C45527BFF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6E13FC-6FF0-0B11-2B96-ECCD78FC3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F63308A-4914-FAA4-AF71-EA8AB8B74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1BFCDEF0-A571-1775-D666-DD70D4326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B6AF83C9-36E2-6852-74FB-AB9B9B48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68532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1EB3780-5266-3444-3317-22ACFFCE49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25065" y="1902698"/>
            <a:ext cx="4522936" cy="41123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7B9E5B2-7325-82CA-6062-3169FE7D5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C01CB96-C098-D789-185D-0A6FED880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270D577-1A93-F8B5-EC60-749030FF6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F95D4149-5D4A-C071-F2F9-529F92199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F2CF751-80F5-AC12-9235-FEBCA21CF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6867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882F52C-7359-FD40-71A5-15E3C8B2A1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3491" y="1921164"/>
            <a:ext cx="4572000" cy="40938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FE30C-67A7-0896-8382-BABCD7034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6BC6-9D59-8976-032A-6B639BC50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30EEB-A8D0-4D9B-FDE5-0FCE3DC7D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FA6FBC27-AA27-A480-F758-AA0A0E34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3181070F-26E0-0C0D-6747-547B88616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306927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5AB92A-BAA8-BA88-5315-6CDEB9B717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46433" y="2512293"/>
            <a:ext cx="3401568" cy="35027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858A2-3AA3-29EC-34E4-F6890BAEE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321516-7241-6346-DEBE-42DAA310A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A23FE0-8FD5-337D-C29C-60458812C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0" name="Straight Connector 31">
            <a:extLst>
              <a:ext uri="{FF2B5EF4-FFF2-40B4-BE49-F238E27FC236}">
                <a16:creationId xmlns:a16="http://schemas.microsoft.com/office/drawing/2014/main" id="{01CF247D-9042-90FD-312C-A1D50781E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B84D435-085C-D7FE-B28F-B6977BBE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70391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69C6F0A-B174-5013-4DDB-AB20BA8268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49236"/>
            <a:ext cx="3401568" cy="34658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3E85C36-1ED6-1795-08DB-23696B530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2E76A4-FFBE-61B8-F59B-EC1CE3BFD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82745D-51FE-069C-245E-4F44EB779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E4F783A1-78AA-BF8E-8A22-FCBFCE05B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32">
            <a:extLst>
              <a:ext uri="{FF2B5EF4-FFF2-40B4-BE49-F238E27FC236}">
                <a16:creationId xmlns:a16="http://schemas.microsoft.com/office/drawing/2014/main" id="{F749601C-05D8-E636-3210-CF2A8713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373691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A6011F-285F-BCE2-F758-C63F33675A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80245" y="2983345"/>
            <a:ext cx="3273552" cy="30316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FF9B-D63D-5137-0473-E4C0988E7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104BA7A-7438-73D7-F9C7-AB3C9A7E0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6204760-0885-A02F-0067-BD4AC55CC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385EA8A6-8678-1948-5F2D-5CF4833E0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3B9F398C-FAF1-1B27-836C-F97B88F78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930243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F99E67D-47D5-3842-1385-6C2F08D20E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69531" y="4509558"/>
            <a:ext cx="5778466" cy="15165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78DFD8-B1C6-7604-1671-4CDAC3912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921C03-3153-09AF-0D57-A0D96EBE1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6E0734-2C6E-8C3B-65F2-133B94CFC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51892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2A94BD-34CC-6470-1478-1D549D046B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62400" y="3785795"/>
            <a:ext cx="7391397" cy="22402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82F43E7-55DC-C610-6DA1-025123735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E1085B-0F8A-711E-D721-A4D350D79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38CBE5-2DAC-95AD-3EE9-B0A0F5340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F8884F71-7DBC-7C26-DB2C-731FCBC2E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7712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813CFB62-5831-FDE1-34F0-38FCD7614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962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61717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3CBF087-ADB9-D746-ED3D-8EAC47AF3E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1639" y="824390"/>
            <a:ext cx="7376359" cy="22478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9BA7EC8-1425-F948-FB17-5F51DEC98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94AE2EC-59C3-D91C-8CD6-658F68BC5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BBD3BD-F630-46F9-25B2-85A0E608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76BDEB52-5B02-AD88-F4C8-F7406429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3778D6D3-2293-3FE4-3124-63EF2E3A5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671157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023DEB-EBD2-ECA5-19D2-F448BDC760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38998" y="2081048"/>
            <a:ext cx="4114800" cy="39450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24FB994-9B85-2B55-198D-4925FB1F2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CC0375-2AE8-A777-C3E0-7D2E3B0F6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637823D-6C6E-38BE-B6BE-096424E8D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33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7947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33156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D55DF58-60BC-15D0-99C3-6E7F78EBD7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08073" y="852884"/>
            <a:ext cx="5645724" cy="51621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12407CB-320D-5895-BDF5-2C4178E05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FCA35D-4F04-2227-AD9D-98F1BD01B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8A1129D-5B96-F258-CFFC-CF58226A7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14764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9B8D2C3-5A67-946F-8429-CD7583E6B2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73600" y="873726"/>
            <a:ext cx="6680197" cy="51413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E0A59B4-299A-C00C-5665-5D12C9EBB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9C32A1D-8E68-C458-3E60-D6054C920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D864DC-4F3D-BA46-DED4-8D088584F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E5C9C418-CC1A-8074-2930-D5627551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87758AAB-3FDA-3A2F-37ED-381B84536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32528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81D3DD9-10C8-C207-1E50-5F75DFD05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A3F5E3-D7B9-CD19-945F-38980AEB9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C4A806-42ED-564D-542E-AAAA4EAF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36CD38AE-A66F-08B7-774A-86EA48DC6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2">
            <a:extLst>
              <a:ext uri="{FF2B5EF4-FFF2-40B4-BE49-F238E27FC236}">
                <a16:creationId xmlns:a16="http://schemas.microsoft.com/office/drawing/2014/main" id="{96229C75-1749-7A15-57EA-3F40239C0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251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103858D-9532-D59F-FE73-A52EB24F3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A34F1EA-1A45-A729-FE88-FBF390F44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7189E61-2D87-C5BC-948B-835B50188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B99A632E-EAA8-D126-AC93-60A78F8F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28CDBC42-8DE5-DE9A-947A-15C0C6B2D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48043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2BA1728-455B-BDAB-6419-C04536C19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DDBA5A5-E947-E342-A677-E3AFE378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DC2686-2DAB-B424-F10D-506D01DF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6D22A03E-28FE-53DA-5B6A-383215ED1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81A987AB-C78C-597A-CC63-6E545EDEC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67299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4E269EE-28E5-BB8D-160A-2C905B350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D3A4CC-2170-D513-478A-C60C50FE1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F018A10-98B1-2374-E4F2-709B641CB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3" name="Straight Connector 31">
            <a:extLst>
              <a:ext uri="{FF2B5EF4-FFF2-40B4-BE49-F238E27FC236}">
                <a16:creationId xmlns:a16="http://schemas.microsoft.com/office/drawing/2014/main" id="{173B7D00-3E0F-D372-F868-E62DE8E2C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D187FA62-E4DF-283A-B2BB-2DADBA4EE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940817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961250B-543A-6F37-305B-5397B2D57B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115128"/>
            <a:ext cx="51577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101C122A-4474-6AF3-590D-B93E5FF99B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115128"/>
            <a:ext cx="51831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7404D35-FA36-303B-9506-3CD0CAF6E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BACB02-8504-5F46-9D13-168C82E2B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408501-24D6-36DD-2B2F-A53D1749A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6295426D-7EC9-29C7-0CAD-C64EF8184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692CB063-86B6-5775-3AD2-DF4E29DD1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460895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15B9C-3B12-7D73-101A-B7FF5D456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5282CE-2FB9-AAD9-5683-E23E63D443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07876E-CDDA-8EC2-D2D8-B041DA0D0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54FAAA69-6617-A985-B5BC-8A450B7E4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F7CDD230-E1EB-AB97-AA97-B6811E8B3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4900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411AC7-7C73-0770-E586-60D7DF67D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9A02A4-90B2-F621-2C48-053856927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2197B5-4EE8-CC14-4097-04B951FD9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4946289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8D387AC-5041-4BBD-7A52-6E3AE9E5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385A3C-B30C-0D20-0384-965032C54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3BB09-562E-C7FE-E47E-94C117C17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018DAF8-7D84-87BB-5E5A-4E2B4E47C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F8DD68C9-ACCE-74DD-5873-5F94A7E75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58732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3B652D-563A-C94A-A80F-37E30BB0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B469B7B-575C-C7B6-33FA-91A14DEF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084A6E-E5C4-0F80-C9A8-1A03B598C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3A4E4F4-19A2-02D9-2198-CCD4837C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0E658B9B-3A7A-CA54-A5EF-D656D0A1F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60965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ext Boxes T2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176E-FDDF-30CB-EB74-A75B39D0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2"/>
            <a:ext cx="7313081" cy="1268686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0C34D-8F75-41B3-4243-E45FBD015B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7C9BE17-F195-B7D7-9906-3F68C4E5F4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9015" y="2480765"/>
            <a:ext cx="7313082" cy="77678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0A29CEF9-B40D-3AB5-A905-56DCD5DA44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9015" y="2076846"/>
            <a:ext cx="7313082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8A9BE80-1B75-3817-195A-B531368899F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9015" y="3989109"/>
            <a:ext cx="7313082" cy="77678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B97CE0F-425D-D355-F103-AEA74543D4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9015" y="3585190"/>
            <a:ext cx="7313082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2B17C2-21D6-A744-F979-E37E1F13B7B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9015" y="5497452"/>
            <a:ext cx="7313082" cy="77678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8519AB0-A678-3458-92CD-D41756BB8F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9015" y="5093533"/>
            <a:ext cx="7313082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D93D0807-E56D-3914-FFD5-0C050D1076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15300" y="584200"/>
            <a:ext cx="3333749" cy="5689600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1121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62.xml"/><Relationship Id="rId47" Type="http://schemas.openxmlformats.org/officeDocument/2006/relationships/slideLayout" Target="../slideLayouts/slideLayout67.xml"/><Relationship Id="rId63" Type="http://schemas.openxmlformats.org/officeDocument/2006/relationships/slideLayout" Target="../slideLayouts/slideLayout83.xml"/><Relationship Id="rId68" Type="http://schemas.openxmlformats.org/officeDocument/2006/relationships/image" Target="../media/image2.png"/><Relationship Id="rId7" Type="http://schemas.openxmlformats.org/officeDocument/2006/relationships/slideLayout" Target="../slideLayouts/slideLayout27.xml"/><Relationship Id="rId71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52.xml"/><Relationship Id="rId37" Type="http://schemas.openxmlformats.org/officeDocument/2006/relationships/slideLayout" Target="../slideLayouts/slideLayout57.xml"/><Relationship Id="rId40" Type="http://schemas.openxmlformats.org/officeDocument/2006/relationships/slideLayout" Target="../slideLayouts/slideLayout60.xml"/><Relationship Id="rId45" Type="http://schemas.openxmlformats.org/officeDocument/2006/relationships/slideLayout" Target="../slideLayouts/slideLayout65.xml"/><Relationship Id="rId53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78.xml"/><Relationship Id="rId66" Type="http://schemas.openxmlformats.org/officeDocument/2006/relationships/slideLayout" Target="../slideLayouts/slideLayout86.xml"/><Relationship Id="rId5" Type="http://schemas.openxmlformats.org/officeDocument/2006/relationships/slideLayout" Target="../slideLayouts/slideLayout25.xml"/><Relationship Id="rId61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2.xml"/><Relationship Id="rId27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50.xml"/><Relationship Id="rId35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63.xml"/><Relationship Id="rId48" Type="http://schemas.openxmlformats.org/officeDocument/2006/relationships/slideLayout" Target="../slideLayouts/slideLayout68.xml"/><Relationship Id="rId56" Type="http://schemas.openxmlformats.org/officeDocument/2006/relationships/slideLayout" Target="../slideLayouts/slideLayout76.xml"/><Relationship Id="rId64" Type="http://schemas.openxmlformats.org/officeDocument/2006/relationships/slideLayout" Target="../slideLayouts/slideLayout84.xml"/><Relationship Id="rId69" Type="http://schemas.openxmlformats.org/officeDocument/2006/relationships/image" Target="../media/image3.png"/><Relationship Id="rId8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71.xml"/><Relationship Id="rId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53.xml"/><Relationship Id="rId38" Type="http://schemas.openxmlformats.org/officeDocument/2006/relationships/slideLayout" Target="../slideLayouts/slideLayout58.xml"/><Relationship Id="rId46" Type="http://schemas.openxmlformats.org/officeDocument/2006/relationships/slideLayout" Target="../slideLayouts/slideLayout66.xml"/><Relationship Id="rId59" Type="http://schemas.openxmlformats.org/officeDocument/2006/relationships/slideLayout" Target="../slideLayouts/slideLayout79.xml"/><Relationship Id="rId67" Type="http://schemas.openxmlformats.org/officeDocument/2006/relationships/theme" Target="../theme/theme2.xml"/><Relationship Id="rId2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61.xml"/><Relationship Id="rId54" Type="http://schemas.openxmlformats.org/officeDocument/2006/relationships/slideLayout" Target="../slideLayouts/slideLayout74.xml"/><Relationship Id="rId62" Type="http://schemas.openxmlformats.org/officeDocument/2006/relationships/slideLayout" Target="../slideLayouts/slideLayout82.xml"/><Relationship Id="rId70" Type="http://schemas.openxmlformats.org/officeDocument/2006/relationships/image" Target="../media/image4.png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3.xml"/><Relationship Id="rId28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56.xml"/><Relationship Id="rId49" Type="http://schemas.openxmlformats.org/officeDocument/2006/relationships/slideLayout" Target="../slideLayouts/slideLayout69.xml"/><Relationship Id="rId57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51.xml"/><Relationship Id="rId44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72.xml"/><Relationship Id="rId60" Type="http://schemas.openxmlformats.org/officeDocument/2006/relationships/slideLayout" Target="../slideLayouts/slideLayout80.xml"/><Relationship Id="rId65" Type="http://schemas.openxmlformats.org/officeDocument/2006/relationships/slideLayout" Target="../slideLayouts/slideLayout85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54.xml"/><Relationship Id="rId50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75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12.xml"/><Relationship Id="rId21" Type="http://schemas.openxmlformats.org/officeDocument/2006/relationships/slideLayout" Target="../slideLayouts/slideLayout107.xml"/><Relationship Id="rId42" Type="http://schemas.openxmlformats.org/officeDocument/2006/relationships/slideLayout" Target="../slideLayouts/slideLayout128.xml"/><Relationship Id="rId47" Type="http://schemas.openxmlformats.org/officeDocument/2006/relationships/slideLayout" Target="../slideLayouts/slideLayout133.xml"/><Relationship Id="rId63" Type="http://schemas.openxmlformats.org/officeDocument/2006/relationships/slideLayout" Target="../slideLayouts/slideLayout149.xml"/><Relationship Id="rId68" Type="http://schemas.openxmlformats.org/officeDocument/2006/relationships/theme" Target="../theme/theme3.xml"/><Relationship Id="rId7" Type="http://schemas.openxmlformats.org/officeDocument/2006/relationships/slideLayout" Target="../slideLayouts/slideLayout93.xml"/><Relationship Id="rId71" Type="http://schemas.openxmlformats.org/officeDocument/2006/relationships/image" Target="../media/image4.png"/><Relationship Id="rId2" Type="http://schemas.openxmlformats.org/officeDocument/2006/relationships/slideLayout" Target="../slideLayouts/slideLayout88.xml"/><Relationship Id="rId16" Type="http://schemas.openxmlformats.org/officeDocument/2006/relationships/slideLayout" Target="../slideLayouts/slideLayout102.xml"/><Relationship Id="rId29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97.xml"/><Relationship Id="rId24" Type="http://schemas.openxmlformats.org/officeDocument/2006/relationships/slideLayout" Target="../slideLayouts/slideLayout110.xml"/><Relationship Id="rId32" Type="http://schemas.openxmlformats.org/officeDocument/2006/relationships/slideLayout" Target="../slideLayouts/slideLayout118.xml"/><Relationship Id="rId37" Type="http://schemas.openxmlformats.org/officeDocument/2006/relationships/slideLayout" Target="../slideLayouts/slideLayout123.xml"/><Relationship Id="rId40" Type="http://schemas.openxmlformats.org/officeDocument/2006/relationships/slideLayout" Target="../slideLayouts/slideLayout126.xml"/><Relationship Id="rId45" Type="http://schemas.openxmlformats.org/officeDocument/2006/relationships/slideLayout" Target="../slideLayouts/slideLayout131.xml"/><Relationship Id="rId53" Type="http://schemas.openxmlformats.org/officeDocument/2006/relationships/slideLayout" Target="../slideLayouts/slideLayout139.xml"/><Relationship Id="rId58" Type="http://schemas.openxmlformats.org/officeDocument/2006/relationships/slideLayout" Target="../slideLayouts/slideLayout144.xml"/><Relationship Id="rId66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91.xml"/><Relationship Id="rId61" Type="http://schemas.openxmlformats.org/officeDocument/2006/relationships/slideLayout" Target="../slideLayouts/slideLayout147.xml"/><Relationship Id="rId19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00.xml"/><Relationship Id="rId22" Type="http://schemas.openxmlformats.org/officeDocument/2006/relationships/slideLayout" Target="../slideLayouts/slideLayout108.xml"/><Relationship Id="rId27" Type="http://schemas.openxmlformats.org/officeDocument/2006/relationships/slideLayout" Target="../slideLayouts/slideLayout113.xml"/><Relationship Id="rId30" Type="http://schemas.openxmlformats.org/officeDocument/2006/relationships/slideLayout" Target="../slideLayouts/slideLayout116.xml"/><Relationship Id="rId35" Type="http://schemas.openxmlformats.org/officeDocument/2006/relationships/slideLayout" Target="../slideLayouts/slideLayout121.xml"/><Relationship Id="rId43" Type="http://schemas.openxmlformats.org/officeDocument/2006/relationships/slideLayout" Target="../slideLayouts/slideLayout129.xml"/><Relationship Id="rId48" Type="http://schemas.openxmlformats.org/officeDocument/2006/relationships/slideLayout" Target="../slideLayouts/slideLayout134.xml"/><Relationship Id="rId56" Type="http://schemas.openxmlformats.org/officeDocument/2006/relationships/slideLayout" Target="../slideLayouts/slideLayout142.xml"/><Relationship Id="rId64" Type="http://schemas.openxmlformats.org/officeDocument/2006/relationships/slideLayout" Target="../slideLayouts/slideLayout150.xml"/><Relationship Id="rId69" Type="http://schemas.openxmlformats.org/officeDocument/2006/relationships/image" Target="../media/image2.png"/><Relationship Id="rId8" Type="http://schemas.openxmlformats.org/officeDocument/2006/relationships/slideLayout" Target="../slideLayouts/slideLayout94.xml"/><Relationship Id="rId51" Type="http://schemas.openxmlformats.org/officeDocument/2006/relationships/slideLayout" Target="../slideLayouts/slideLayout137.xml"/><Relationship Id="rId72" Type="http://schemas.openxmlformats.org/officeDocument/2006/relationships/image" Target="../media/image5.png"/><Relationship Id="rId3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8.xml"/><Relationship Id="rId17" Type="http://schemas.openxmlformats.org/officeDocument/2006/relationships/slideLayout" Target="../slideLayouts/slideLayout103.xml"/><Relationship Id="rId25" Type="http://schemas.openxmlformats.org/officeDocument/2006/relationships/slideLayout" Target="../slideLayouts/slideLayout111.xml"/><Relationship Id="rId33" Type="http://schemas.openxmlformats.org/officeDocument/2006/relationships/slideLayout" Target="../slideLayouts/slideLayout119.xml"/><Relationship Id="rId38" Type="http://schemas.openxmlformats.org/officeDocument/2006/relationships/slideLayout" Target="../slideLayouts/slideLayout124.xml"/><Relationship Id="rId46" Type="http://schemas.openxmlformats.org/officeDocument/2006/relationships/slideLayout" Target="../slideLayouts/slideLayout132.xml"/><Relationship Id="rId59" Type="http://schemas.openxmlformats.org/officeDocument/2006/relationships/slideLayout" Target="../slideLayouts/slideLayout145.xml"/><Relationship Id="rId67" Type="http://schemas.openxmlformats.org/officeDocument/2006/relationships/slideLayout" Target="../slideLayouts/slideLayout153.xml"/><Relationship Id="rId20" Type="http://schemas.openxmlformats.org/officeDocument/2006/relationships/slideLayout" Target="../slideLayouts/slideLayout106.xml"/><Relationship Id="rId41" Type="http://schemas.openxmlformats.org/officeDocument/2006/relationships/slideLayout" Target="../slideLayouts/slideLayout127.xml"/><Relationship Id="rId54" Type="http://schemas.openxmlformats.org/officeDocument/2006/relationships/slideLayout" Target="../slideLayouts/slideLayout140.xml"/><Relationship Id="rId62" Type="http://schemas.openxmlformats.org/officeDocument/2006/relationships/slideLayout" Target="../slideLayouts/slideLayout148.xml"/><Relationship Id="rId70" Type="http://schemas.openxmlformats.org/officeDocument/2006/relationships/image" Target="../media/image3.png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101.xml"/><Relationship Id="rId23" Type="http://schemas.openxmlformats.org/officeDocument/2006/relationships/slideLayout" Target="../slideLayouts/slideLayout109.xml"/><Relationship Id="rId28" Type="http://schemas.openxmlformats.org/officeDocument/2006/relationships/slideLayout" Target="../slideLayouts/slideLayout114.xml"/><Relationship Id="rId36" Type="http://schemas.openxmlformats.org/officeDocument/2006/relationships/slideLayout" Target="../slideLayouts/slideLayout122.xml"/><Relationship Id="rId49" Type="http://schemas.openxmlformats.org/officeDocument/2006/relationships/slideLayout" Target="../slideLayouts/slideLayout135.xml"/><Relationship Id="rId57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96.xml"/><Relationship Id="rId31" Type="http://schemas.openxmlformats.org/officeDocument/2006/relationships/slideLayout" Target="../slideLayouts/slideLayout117.xml"/><Relationship Id="rId44" Type="http://schemas.openxmlformats.org/officeDocument/2006/relationships/slideLayout" Target="../slideLayouts/slideLayout130.xml"/><Relationship Id="rId52" Type="http://schemas.openxmlformats.org/officeDocument/2006/relationships/slideLayout" Target="../slideLayouts/slideLayout138.xml"/><Relationship Id="rId60" Type="http://schemas.openxmlformats.org/officeDocument/2006/relationships/slideLayout" Target="../slideLayouts/slideLayout146.xml"/><Relationship Id="rId65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9.xml"/><Relationship Id="rId18" Type="http://schemas.openxmlformats.org/officeDocument/2006/relationships/slideLayout" Target="../slideLayouts/slideLayout104.xml"/><Relationship Id="rId39" Type="http://schemas.openxmlformats.org/officeDocument/2006/relationships/slideLayout" Target="../slideLayouts/slideLayout125.xml"/><Relationship Id="rId34" Type="http://schemas.openxmlformats.org/officeDocument/2006/relationships/slideLayout" Target="../slideLayouts/slideLayout120.xml"/><Relationship Id="rId50" Type="http://schemas.openxmlformats.org/officeDocument/2006/relationships/slideLayout" Target="../slideLayouts/slideLayout136.xml"/><Relationship Id="rId55" Type="http://schemas.openxmlformats.org/officeDocument/2006/relationships/slideLayout" Target="../slideLayouts/slideLayout1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85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15" r:id="rId1"/>
    <p:sldLayoutId id="2147484516" r:id="rId2"/>
    <p:sldLayoutId id="2147484517" r:id="rId3"/>
    <p:sldLayoutId id="2147484518" r:id="rId4"/>
    <p:sldLayoutId id="2147484519" r:id="rId5"/>
    <p:sldLayoutId id="2147484520" r:id="rId6"/>
    <p:sldLayoutId id="2147484521" r:id="rId7"/>
    <p:sldLayoutId id="2147484522" r:id="rId8"/>
    <p:sldLayoutId id="2147484523" r:id="rId9"/>
    <p:sldLayoutId id="2147484524" r:id="rId10"/>
    <p:sldLayoutId id="2147484525" r:id="rId11"/>
    <p:sldLayoutId id="2147484526" r:id="rId12"/>
    <p:sldLayoutId id="2147484527" r:id="rId13"/>
    <p:sldLayoutId id="2147484528" r:id="rId14"/>
    <p:sldLayoutId id="2147484529" r:id="rId15"/>
    <p:sldLayoutId id="2147484530" r:id="rId16"/>
    <p:sldLayoutId id="2147484531" r:id="rId17"/>
    <p:sldLayoutId id="2147484532" r:id="rId18"/>
    <p:sldLayoutId id="2147484601" r:id="rId19"/>
    <p:sldLayoutId id="2147484670" r:id="rId20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7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327433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34" r:id="rId1"/>
    <p:sldLayoutId id="2147484535" r:id="rId2"/>
    <p:sldLayoutId id="2147484536" r:id="rId3"/>
    <p:sldLayoutId id="2147484537" r:id="rId4"/>
    <p:sldLayoutId id="2147484538" r:id="rId5"/>
    <p:sldLayoutId id="2147484539" r:id="rId6"/>
    <p:sldLayoutId id="2147484540" r:id="rId7"/>
    <p:sldLayoutId id="2147484541" r:id="rId8"/>
    <p:sldLayoutId id="2147484542" r:id="rId9"/>
    <p:sldLayoutId id="2147484543" r:id="rId10"/>
    <p:sldLayoutId id="2147484544" r:id="rId11"/>
    <p:sldLayoutId id="2147484545" r:id="rId12"/>
    <p:sldLayoutId id="2147484546" r:id="rId13"/>
    <p:sldLayoutId id="2147484547" r:id="rId14"/>
    <p:sldLayoutId id="2147484548" r:id="rId15"/>
    <p:sldLayoutId id="2147484549" r:id="rId16"/>
    <p:sldLayoutId id="2147484550" r:id="rId17"/>
    <p:sldLayoutId id="2147484551" r:id="rId18"/>
    <p:sldLayoutId id="2147484552" r:id="rId19"/>
    <p:sldLayoutId id="2147484554" r:id="rId20"/>
    <p:sldLayoutId id="2147484555" r:id="rId21"/>
    <p:sldLayoutId id="2147484556" r:id="rId22"/>
    <p:sldLayoutId id="2147484557" r:id="rId23"/>
    <p:sldLayoutId id="2147484558" r:id="rId24"/>
    <p:sldLayoutId id="2147484559" r:id="rId25"/>
    <p:sldLayoutId id="2147484560" r:id="rId26"/>
    <p:sldLayoutId id="2147484561" r:id="rId27"/>
    <p:sldLayoutId id="2147484562" r:id="rId28"/>
    <p:sldLayoutId id="2147484563" r:id="rId29"/>
    <p:sldLayoutId id="2147484564" r:id="rId30"/>
    <p:sldLayoutId id="2147484565" r:id="rId31"/>
    <p:sldLayoutId id="2147484566" r:id="rId32"/>
    <p:sldLayoutId id="2147484567" r:id="rId33"/>
    <p:sldLayoutId id="2147484568" r:id="rId34"/>
    <p:sldLayoutId id="2147484569" r:id="rId35"/>
    <p:sldLayoutId id="2147484570" r:id="rId36"/>
    <p:sldLayoutId id="2147484571" r:id="rId37"/>
    <p:sldLayoutId id="2147484572" r:id="rId38"/>
    <p:sldLayoutId id="2147484573" r:id="rId39"/>
    <p:sldLayoutId id="2147484574" r:id="rId40"/>
    <p:sldLayoutId id="2147484575" r:id="rId41"/>
    <p:sldLayoutId id="2147484576" r:id="rId42"/>
    <p:sldLayoutId id="2147484577" r:id="rId43"/>
    <p:sldLayoutId id="2147484578" r:id="rId44"/>
    <p:sldLayoutId id="2147484579" r:id="rId45"/>
    <p:sldLayoutId id="2147484580" r:id="rId46"/>
    <p:sldLayoutId id="2147484581" r:id="rId47"/>
    <p:sldLayoutId id="2147484582" r:id="rId48"/>
    <p:sldLayoutId id="2147484583" r:id="rId49"/>
    <p:sldLayoutId id="2147484584" r:id="rId50"/>
    <p:sldLayoutId id="2147484585" r:id="rId51"/>
    <p:sldLayoutId id="2147484586" r:id="rId52"/>
    <p:sldLayoutId id="2147484587" r:id="rId53"/>
    <p:sldLayoutId id="2147484588" r:id="rId54"/>
    <p:sldLayoutId id="2147484589" r:id="rId55"/>
    <p:sldLayoutId id="2147484590" r:id="rId56"/>
    <p:sldLayoutId id="2147484591" r:id="rId57"/>
    <p:sldLayoutId id="2147484592" r:id="rId58"/>
    <p:sldLayoutId id="2147484593" r:id="rId59"/>
    <p:sldLayoutId id="2147484594" r:id="rId60"/>
    <p:sldLayoutId id="2147484595" r:id="rId61"/>
    <p:sldLayoutId id="2147484596" r:id="rId62"/>
    <p:sldLayoutId id="2147484597" r:id="rId63"/>
    <p:sldLayoutId id="2147484598" r:id="rId64"/>
    <p:sldLayoutId id="2147484599" r:id="rId65"/>
    <p:sldLayoutId id="2147484600" r:id="rId6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7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7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2492F7-AF48-144F-A38F-899165CDF1AF}" type="datetimeFigureOut">
              <a:rPr lang="en-CN" smtClean="0"/>
              <a:t>11/30/2025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3824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603" r:id="rId1"/>
    <p:sldLayoutId id="2147484604" r:id="rId2"/>
    <p:sldLayoutId id="2147484605" r:id="rId3"/>
    <p:sldLayoutId id="2147484606" r:id="rId4"/>
    <p:sldLayoutId id="2147484607" r:id="rId5"/>
    <p:sldLayoutId id="2147484608" r:id="rId6"/>
    <p:sldLayoutId id="2147484609" r:id="rId7"/>
    <p:sldLayoutId id="2147484610" r:id="rId8"/>
    <p:sldLayoutId id="2147484611" r:id="rId9"/>
    <p:sldLayoutId id="2147484612" r:id="rId10"/>
    <p:sldLayoutId id="2147484613" r:id="rId11"/>
    <p:sldLayoutId id="2147484614" r:id="rId12"/>
    <p:sldLayoutId id="2147484615" r:id="rId13"/>
    <p:sldLayoutId id="2147484616" r:id="rId14"/>
    <p:sldLayoutId id="2147484617" r:id="rId15"/>
    <p:sldLayoutId id="2147484618" r:id="rId16"/>
    <p:sldLayoutId id="2147484619" r:id="rId17"/>
    <p:sldLayoutId id="2147484620" r:id="rId18"/>
    <p:sldLayoutId id="2147484621" r:id="rId19"/>
    <p:sldLayoutId id="2147484622" r:id="rId20"/>
    <p:sldLayoutId id="2147484623" r:id="rId21"/>
    <p:sldLayoutId id="2147484624" r:id="rId22"/>
    <p:sldLayoutId id="2147484625" r:id="rId23"/>
    <p:sldLayoutId id="2147484626" r:id="rId24"/>
    <p:sldLayoutId id="2147484627" r:id="rId25"/>
    <p:sldLayoutId id="2147484628" r:id="rId26"/>
    <p:sldLayoutId id="2147484629" r:id="rId27"/>
    <p:sldLayoutId id="2147484630" r:id="rId28"/>
    <p:sldLayoutId id="2147484631" r:id="rId29"/>
    <p:sldLayoutId id="2147484632" r:id="rId30"/>
    <p:sldLayoutId id="2147484633" r:id="rId31"/>
    <p:sldLayoutId id="2147484634" r:id="rId32"/>
    <p:sldLayoutId id="2147484635" r:id="rId33"/>
    <p:sldLayoutId id="2147484636" r:id="rId34"/>
    <p:sldLayoutId id="2147484637" r:id="rId35"/>
    <p:sldLayoutId id="2147484638" r:id="rId36"/>
    <p:sldLayoutId id="2147484639" r:id="rId37"/>
    <p:sldLayoutId id="2147484640" r:id="rId38"/>
    <p:sldLayoutId id="2147484641" r:id="rId39"/>
    <p:sldLayoutId id="2147484642" r:id="rId40"/>
    <p:sldLayoutId id="2147484643" r:id="rId41"/>
    <p:sldLayoutId id="2147484644" r:id="rId42"/>
    <p:sldLayoutId id="2147484645" r:id="rId43"/>
    <p:sldLayoutId id="2147484646" r:id="rId44"/>
    <p:sldLayoutId id="2147484647" r:id="rId45"/>
    <p:sldLayoutId id="2147484648" r:id="rId46"/>
    <p:sldLayoutId id="2147484649" r:id="rId47"/>
    <p:sldLayoutId id="2147484650" r:id="rId48"/>
    <p:sldLayoutId id="2147484651" r:id="rId49"/>
    <p:sldLayoutId id="2147484652" r:id="rId50"/>
    <p:sldLayoutId id="2147484653" r:id="rId51"/>
    <p:sldLayoutId id="2147484654" r:id="rId52"/>
    <p:sldLayoutId id="2147484655" r:id="rId53"/>
    <p:sldLayoutId id="2147484656" r:id="rId54"/>
    <p:sldLayoutId id="2147484657" r:id="rId55"/>
    <p:sldLayoutId id="2147484658" r:id="rId56"/>
    <p:sldLayoutId id="2147484659" r:id="rId57"/>
    <p:sldLayoutId id="2147484660" r:id="rId58"/>
    <p:sldLayoutId id="2147484661" r:id="rId59"/>
    <p:sldLayoutId id="2147484662" r:id="rId60"/>
    <p:sldLayoutId id="2147484663" r:id="rId61"/>
    <p:sldLayoutId id="2147484664" r:id="rId62"/>
    <p:sldLayoutId id="2147484665" r:id="rId63"/>
    <p:sldLayoutId id="2147484666" r:id="rId64"/>
    <p:sldLayoutId id="2147484667" r:id="rId65"/>
    <p:sldLayoutId id="2147484668" r:id="rId66"/>
    <p:sldLayoutId id="2147484669" r:id="rId6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mailto:abarovilla2021@fau.edu" TargetMode="External"/><Relationship Id="rId7" Type="http://schemas.openxmlformats.org/officeDocument/2006/relationships/image" Target="../media/image6.png"/><Relationship Id="rId2" Type="http://schemas.openxmlformats.org/officeDocument/2006/relationships/hyperlink" Target="mailto:jadegboyo2023@fau.edu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mailto:aibrahim2014@fau.edu" TargetMode="External"/><Relationship Id="rId11" Type="http://schemas.openxmlformats.org/officeDocument/2006/relationships/image" Target="../media/image10.jpeg"/><Relationship Id="rId5" Type="http://schemas.openxmlformats.org/officeDocument/2006/relationships/hyperlink" Target="mailto:bparker2012@fau.edu" TargetMode="External"/><Relationship Id="rId10" Type="http://schemas.openxmlformats.org/officeDocument/2006/relationships/image" Target="../media/image9.png"/><Relationship Id="rId4" Type="http://schemas.openxmlformats.org/officeDocument/2006/relationships/hyperlink" Target="mailto:ncampos2022@fau.edu" TargetMode="External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2.png"/><Relationship Id="rId7" Type="http://schemas.openxmlformats.org/officeDocument/2006/relationships/diagramData" Target="../diagrams/data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5.png"/><Relationship Id="rId11" Type="http://schemas.microsoft.com/office/2007/relationships/diagramDrawing" Target="../diagrams/drawing1.xml"/><Relationship Id="rId5" Type="http://schemas.openxmlformats.org/officeDocument/2006/relationships/image" Target="../media/image4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6.xml"/><Relationship Id="rId6" Type="http://schemas.openxmlformats.org/officeDocument/2006/relationships/hyperlink" Target="https://doi.org/10.1038/s41598-018-34604-3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F0DE-C48F-4911-F606-502716008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219" y="-1601452"/>
            <a:ext cx="5777442" cy="3960876"/>
          </a:xfrm>
        </p:spPr>
        <p:txBody>
          <a:bodyPr/>
          <a:lstStyle/>
          <a:p>
            <a:r>
              <a:rPr lang="en-US" altLang="zh-CN" sz="5000">
                <a:latin typeface="Cambria" panose="02040503050406030204" pitchFamily="18" charset="0"/>
                <a:ea typeface="Cambria" panose="02040503050406030204" pitchFamily="18" charset="0"/>
              </a:rPr>
              <a:t>Florida Atlantic University</a:t>
            </a:r>
            <a:endParaRPr lang="zh-CN" altLang="en-US" sz="5000">
              <a:latin typeface="Cambria" panose="02040503050406030204" pitchFamily="18" charset="0"/>
            </a:endParaRPr>
          </a:p>
        </p:txBody>
      </p:sp>
      <p:sp>
        <p:nvSpPr>
          <p:cNvPr id="3" name="Subetitle 2">
            <a:extLst>
              <a:ext uri="{FF2B5EF4-FFF2-40B4-BE49-F238E27FC236}">
                <a16:creationId xmlns:a16="http://schemas.microsoft.com/office/drawing/2014/main" id="{DA09D1C4-F071-7D9B-6EDA-5FA84A209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1" y="2619604"/>
            <a:ext cx="5779314" cy="1174224"/>
          </a:xfrm>
        </p:spPr>
        <p:txBody>
          <a:bodyPr/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Project Title: Breast Cancer Stage Classification with miRNA </a:t>
            </a:r>
            <a:endParaRPr lang="zh-CN" altLang="zh-CN">
              <a:latin typeface="Cambria" panose="02040503050406030204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E92664-4FDE-648E-1FAC-72385D3AA01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6139" y="3878904"/>
            <a:ext cx="5198047" cy="1826860"/>
          </a:xfrm>
        </p:spPr>
        <p:txBody>
          <a:bodyPr/>
          <a:lstStyle/>
          <a:p>
            <a:pPr fontAlgn="base">
              <a:lnSpc>
                <a:spcPct val="100000"/>
              </a:lnSpc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Team Members 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(Group 44) </a:t>
            </a:r>
          </a:p>
          <a:p>
            <a:pPr fontAlgn="base">
              <a:lnSpc>
                <a:spcPct val="1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Joshua Adegboyo: </a:t>
            </a:r>
            <a:r>
              <a:rPr lang="en-US" u="sng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jadegboyo2023@fau.edu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fontAlgn="base">
              <a:lnSpc>
                <a:spcPct val="1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Anika Baro Villa: </a:t>
            </a:r>
            <a:r>
              <a:rPr lang="en-US" u="sng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abarovilla2021@fau.edu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pPr fontAlgn="base">
              <a:lnSpc>
                <a:spcPct val="1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Nicholas Campos: </a:t>
            </a:r>
            <a:r>
              <a:rPr lang="en-US" u="sng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ncampos2022@fau.edu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pPr fontAlgn="base">
              <a:lnSpc>
                <a:spcPct val="1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Brehon Parker: </a:t>
            </a:r>
            <a:r>
              <a:rPr lang="en-US" u="sng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bparker2012@fau.edu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pPr fontAlgn="base">
              <a:lnSpc>
                <a:spcPct val="100000"/>
              </a:lnSpc>
            </a:pPr>
            <a:endParaRPr lang="en-US" sz="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lnSpc>
                <a:spcPct val="100000"/>
              </a:lnSpc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Sponsor/Project Advisor</a:t>
            </a:r>
          </a:p>
          <a:p>
            <a:pPr fontAlgn="base">
              <a:lnSpc>
                <a:spcPct val="1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Dr. Ali Ibrahim: 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aibrahim2014@fau.edu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lnSpc>
                <a:spcPct val="100000"/>
              </a:lnSpc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lnSpc>
                <a:spcPct val="100000"/>
              </a:lnSpc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lnSpc>
                <a:spcPct val="100000"/>
              </a:lnSpc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8" name="Picture 4" descr="Florida Atlantic University Owl Head logo">
            <a:extLst>
              <a:ext uri="{FF2B5EF4-FFF2-40B4-BE49-F238E27FC236}">
                <a16:creationId xmlns:a16="http://schemas.microsoft.com/office/drawing/2014/main" id="{0A341F6F-A5A8-17F2-D054-AFDB4DCAD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186" y="1348484"/>
            <a:ext cx="5022282" cy="288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1420;p167" title="Screenshot 2025-05-28 at 23.54.05.png">
            <a:extLst>
              <a:ext uri="{FF2B5EF4-FFF2-40B4-BE49-F238E27FC236}">
                <a16:creationId xmlns:a16="http://schemas.microsoft.com/office/drawing/2014/main" id="{A28FDC32-88B0-72B8-D33A-0FB3CB548A0A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34554" y="5982512"/>
            <a:ext cx="731520" cy="7315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5" name="Google Shape;1536;p171" title="white.jpg">
            <a:extLst>
              <a:ext uri="{FF2B5EF4-FFF2-40B4-BE49-F238E27FC236}">
                <a16:creationId xmlns:a16="http://schemas.microsoft.com/office/drawing/2014/main" id="{F6AE944E-AABA-6315-33AF-4FDB4201B15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2371" r="2371"/>
          <a:stretch/>
        </p:blipFill>
        <p:spPr>
          <a:xfrm>
            <a:off x="9473448" y="5984171"/>
            <a:ext cx="731520" cy="7315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6" name="Google Shape;1573;p173">
            <a:extLst>
              <a:ext uri="{FF2B5EF4-FFF2-40B4-BE49-F238E27FC236}">
                <a16:creationId xmlns:a16="http://schemas.microsoft.com/office/drawing/2014/main" id="{4E75C869-189A-B36F-DAAD-36456DD0282A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312342" y="5982512"/>
            <a:ext cx="731520" cy="7315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7" name="Google Shape;1616;p177" title="ava.jpg">
            <a:extLst>
              <a:ext uri="{FF2B5EF4-FFF2-40B4-BE49-F238E27FC236}">
                <a16:creationId xmlns:a16="http://schemas.microsoft.com/office/drawing/2014/main" id="{D4954AA1-9EAF-D99A-F0A5-0B910907F99F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 t="6208" b="6217"/>
          <a:stretch/>
        </p:blipFill>
        <p:spPr>
          <a:xfrm>
            <a:off x="11151236" y="5982512"/>
            <a:ext cx="731520" cy="7315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4728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EF9DB2E-C910-7B74-1D2B-FD9FAF6D31ED}"/>
              </a:ext>
            </a:extLst>
          </p:cNvPr>
          <p:cNvSpPr/>
          <p:nvPr/>
        </p:nvSpPr>
        <p:spPr>
          <a:xfrm>
            <a:off x="992048" y="5963321"/>
            <a:ext cx="457459" cy="4447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B32E8-E1C5-8492-C1D5-29FE2DA3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E0CFF-33BA-40A7-97F0-C6447EB1EA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b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6367A-BB7A-8051-6A15-38A5D2FD13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b="0">
                <a:latin typeface="Cambria" panose="02040503050406030204" pitchFamily="18" charset="0"/>
                <a:ea typeface="Cambria" panose="02040503050406030204" pitchFamily="18" charset="0"/>
              </a:rPr>
              <a:t>Project Goals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41623-C93A-A988-9072-29441DFDFF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b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C2CC19-7F2B-EE8A-631D-BF358C4792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b="0">
                <a:latin typeface="Cambria" panose="02040503050406030204" pitchFamily="18" charset="0"/>
                <a:ea typeface="Cambria" panose="02040503050406030204" pitchFamily="18" charset="0"/>
              </a:rPr>
              <a:t>Project Requirements/Constraints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C9990B-4CBC-B95E-82E8-AA6C63575BC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64941" y="4883281"/>
            <a:ext cx="511674" cy="444763"/>
          </a:xfrm>
        </p:spPr>
        <p:txBody>
          <a:bodyPr/>
          <a:lstStyle/>
          <a:p>
            <a:r>
              <a:rPr lang="en-US" b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D7AF39-2A62-109D-9DEE-64F0D0E00B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22438" y="4563278"/>
            <a:ext cx="3176133" cy="1111250"/>
          </a:xfrm>
        </p:spPr>
        <p:txBody>
          <a:bodyPr/>
          <a:lstStyle/>
          <a:p>
            <a:r>
              <a:rPr lang="en-US" altLang="zh-CN" b="0">
                <a:latin typeface="Cambria" panose="02040503050406030204" pitchFamily="18" charset="0"/>
                <a:ea typeface="Cambria" panose="02040503050406030204" pitchFamily="18" charset="0"/>
              </a:rPr>
              <a:t>Project Design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E21D22-9D8E-139A-698A-919C658CAAF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b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9F7AD9-3F14-3822-9D87-108BA16C2A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zh-CN" b="0">
                <a:latin typeface="Cambria" panose="02040503050406030204" pitchFamily="18" charset="0"/>
                <a:ea typeface="Cambria" panose="02040503050406030204" pitchFamily="18" charset="0"/>
              </a:rPr>
              <a:t>Project Testing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7CEBF20-4229-EA43-3ED1-C6B2F0188E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b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A941DEC-046B-01AD-5A20-4C7BE4862C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 b="0">
                <a:latin typeface="Cambria" panose="02040503050406030204" pitchFamily="18" charset="0"/>
                <a:ea typeface="Cambria" panose="02040503050406030204" pitchFamily="18" charset="0"/>
              </a:rPr>
              <a:t>Demonstration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DFD7447-EFE0-A1D6-C7D9-E631AB0D56DD}"/>
              </a:ext>
            </a:extLst>
          </p:cNvPr>
          <p:cNvSpPr txBox="1">
            <a:spLocks/>
          </p:cNvSpPr>
          <p:nvPr/>
        </p:nvSpPr>
        <p:spPr>
          <a:xfrm>
            <a:off x="6285543" y="4902003"/>
            <a:ext cx="511674" cy="4447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7DEE78D-495E-E8C9-3CF0-0217FA4D6D72}"/>
              </a:ext>
            </a:extLst>
          </p:cNvPr>
          <p:cNvSpPr txBox="1">
            <a:spLocks/>
          </p:cNvSpPr>
          <p:nvPr/>
        </p:nvSpPr>
        <p:spPr>
          <a:xfrm>
            <a:off x="7047318" y="4563278"/>
            <a:ext cx="4381500" cy="11112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0">
                <a:latin typeface="Cambria" panose="02040503050406030204" pitchFamily="18" charset="0"/>
                <a:ea typeface="Cambria" panose="02040503050406030204" pitchFamily="18" charset="0"/>
              </a:rPr>
              <a:t>  Discussion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C11D3BD5-3123-4199-5607-81D3CCDE4417}"/>
              </a:ext>
            </a:extLst>
          </p:cNvPr>
          <p:cNvSpPr txBox="1">
            <a:spLocks/>
          </p:cNvSpPr>
          <p:nvPr/>
        </p:nvSpPr>
        <p:spPr>
          <a:xfrm>
            <a:off x="6285543" y="4883281"/>
            <a:ext cx="511674" cy="444763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6891244-BD9C-9B13-4BF7-8A3B2F70E779}"/>
              </a:ext>
            </a:extLst>
          </p:cNvPr>
          <p:cNvSpPr txBox="1">
            <a:spLocks/>
          </p:cNvSpPr>
          <p:nvPr/>
        </p:nvSpPr>
        <p:spPr>
          <a:xfrm>
            <a:off x="1722437" y="5630078"/>
            <a:ext cx="3176133" cy="1111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Tx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Tx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Tx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Tx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Tx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b="0">
                <a:latin typeface="Cambria" panose="02040503050406030204" pitchFamily="18" charset="0"/>
                <a:ea typeface="Cambria" panose="02040503050406030204" pitchFamily="18" charset="0"/>
              </a:rPr>
              <a:t>Project Implementation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0C44AD3-ABC0-09F2-8743-D1C20CB73448}"/>
              </a:ext>
            </a:extLst>
          </p:cNvPr>
          <p:cNvSpPr txBox="1">
            <a:spLocks/>
          </p:cNvSpPr>
          <p:nvPr/>
        </p:nvSpPr>
        <p:spPr>
          <a:xfrm>
            <a:off x="964940" y="5963321"/>
            <a:ext cx="511674" cy="444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60135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2FD3D-4BA7-1AFB-F7D1-55072687C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47CC58-0F33-C82C-7672-8DBC4906F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000" b="1">
                <a:latin typeface="Cambria" panose="02040503050406030204" pitchFamily="18" charset="0"/>
                <a:ea typeface="Cambria" panose="02040503050406030204" pitchFamily="18" charset="0"/>
              </a:rPr>
              <a:t>Project Goals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1F6C87-7B65-5535-6843-DF977B261B4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5505" y="4777380"/>
            <a:ext cx="10260990" cy="12097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2800" cap="all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US" altLang="zh-CN" sz="2800" i="0" kern="1200" cap="all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31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D2862-9885-0761-8980-3B059D99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9" name="Freeform: Shape 36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1212C-3CC3-6A4F-803B-E002DCD3B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207" y="1929520"/>
            <a:ext cx="9563107" cy="4655415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25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Overall Goal</a:t>
            </a:r>
          </a:p>
          <a:p>
            <a:pPr marL="0" indent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To develop a stage-wise breast cancer classification system using miRNA expression data from TCGA by integrating traditional, deep learning, and clustering-based feature selection methods and evaluating them through multiple classifiers.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Specific Project Goals</a:t>
            </a:r>
          </a:p>
          <a:p>
            <a:pPr marL="171450" indent="-171450">
              <a:lnSpc>
                <a:spcPct val="9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Build a fully reproducible, leakage-free pipeline for: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Normal vs Stage I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Normal vs Stage II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Normal vs Stage III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Normal vs Stage IV</a:t>
            </a:r>
          </a:p>
          <a:p>
            <a:pPr marL="171450" indent="-171450">
              <a:lnSpc>
                <a:spcPct val="9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Implement three independent feature-selection families: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Traditional: SFS, Chi-Square, LASSO, Variance Threshold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Deep Learning: FNN, DAE, 1D-CNN, LSTM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Clustering: K-Means, Spectral, GMM, Hierarchical</a:t>
            </a:r>
          </a:p>
          <a:p>
            <a:pPr marL="171450" indent="-171450">
              <a:lnSpc>
                <a:spcPct val="9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Generate Top-5, Top-10, Top-15 biomarker lists for every stage × every method family</a:t>
            </a:r>
          </a:p>
          <a:p>
            <a:pPr marL="171450" indent="-171450">
              <a:lnSpc>
                <a:spcPct val="9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Develop consensus miRNA panels combining all three method families </a:t>
            </a:r>
          </a:p>
          <a:p>
            <a:pPr marL="171450" indent="-171450">
              <a:lnSpc>
                <a:spcPct val="9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Train classifiers (KNN, SVM, LR, RF) using these consensus features</a:t>
            </a:r>
          </a:p>
          <a:p>
            <a:pPr marL="171450" indent="-171450">
              <a:lnSpc>
                <a:spcPct val="9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Prepare project demonstration, poster, and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2123041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F7FFD-4B15-E37B-A5D7-2DA6105A3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5C53281-B9CF-FFC0-EC0E-5633A22C7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68A5CC-02B0-B1B7-8A1F-74A875974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196E0E28-F137-AAA7-DAC9-CDFC36EA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8C1BB6-5B1B-9A40-8DF6-F28BEA334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B56C0FC-60C6-162E-D1B0-61715947B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650D69F-35D2-2689-D91A-73A431764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282B2B3-46EE-9EB5-86FB-B86CBC738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73FBFAEB-DD30-9A51-55A2-88E0456B9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82ACE00-3238-17A9-ECE4-DC4F8F2B2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5ADDD3-ED7C-FDBF-1358-F342CBAE5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3500" b="1">
                <a:latin typeface="Cambria" panose="02040503050406030204" pitchFamily="18" charset="0"/>
                <a:ea typeface="Cambria" panose="02040503050406030204" pitchFamily="18" charset="0"/>
              </a:rPr>
              <a:t>Project Requirements/Constraints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C5538-0256-E2F5-EAB6-5F5756CD031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5505" y="4777380"/>
            <a:ext cx="10260990" cy="12097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2800" i="0" kern="1200" cap="all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46234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98EC0-758A-9D6F-8E31-D41D3100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A2A07D7-6FC1-DA7C-76E2-0FEB2EE5A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F330EC-FAEC-8DF5-F5B7-4D63E1D6C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17C7BD6B-5012-A858-99C5-F2085EE91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78A3DA-FCDD-337C-AD2F-58C4F7BAE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1C59D5-293A-DD85-2CBA-1F042C6DF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ADEEA17-2F5E-FE2A-291E-E32DC74D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2565A6-801F-6095-58DB-E0BE932BD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DC922CE8-2F30-3F3D-2210-F0EB26CD1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C3CF9F-4F70-E523-81B4-35E692B74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916F854-9819-185B-2259-483925574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6CCD0CE-C37F-221C-36C5-26242431907A}"/>
              </a:ext>
            </a:extLst>
          </p:cNvPr>
          <p:cNvGraphicFramePr/>
          <p:nvPr/>
        </p:nvGraphicFramePr>
        <p:xfrm>
          <a:off x="648314" y="1858147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40896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4F372-46FB-59BF-121E-16CD48FC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49C9442-6E00-70F3-3E0D-3C23C7EF6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782FFB-1A48-0BFA-A3C1-B1900FC3D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7F8F7630-F15F-A959-7699-C584F469B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36BECC-F78B-1B3D-685C-D63241412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414D48-0B6B-1F16-B1F2-7FC3B7303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ED5C57D-BA91-3F9E-EE79-0832E8FB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DD8731B-14D1-B45B-8988-2255E612D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42615B6D-7A0A-CB79-6A0D-E875E2300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5B8C782-B991-C50A-474A-117834E9F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F9251-BA2D-0E63-4D3E-A35F8A965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000" b="1">
                <a:latin typeface="Cambria" panose="02040503050406030204" pitchFamily="18" charset="0"/>
                <a:ea typeface="Cambria" panose="02040503050406030204" pitchFamily="18" charset="0"/>
              </a:rPr>
              <a:t>Project Design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0C4D41-C915-470F-B53B-FC27E8A70AD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5505" y="4777380"/>
            <a:ext cx="10260990" cy="12097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2800" i="0" kern="1200" cap="all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50319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E36CE1-1F10-8FEF-946B-B804F937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method&#10;&#10;AI-generated content may be incorrect.">
            <a:extLst>
              <a:ext uri="{FF2B5EF4-FFF2-40B4-BE49-F238E27FC236}">
                <a16:creationId xmlns:a16="http://schemas.microsoft.com/office/drawing/2014/main" id="{D532DDAA-6F54-F04F-0FAB-3E6719529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0" y="171450"/>
            <a:ext cx="49149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1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6DA825-B8F3-7EDD-695F-77CB60796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5B1033A-76E0-65D8-83F4-6AC7CCC2B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BE132B-AD6F-7C3A-6CA1-2486E71DC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261BBB5E-D6AA-F158-C722-E7083957A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73BD5F-32DD-F5FB-58B7-B06EF240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E4E3FA-E313-4813-B1C6-2D9ABF276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F1AFDDC-EC6D-1C7A-5E2C-9642BD8BD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DE68876-4A3D-ED61-7FB4-46BF6F448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20A0877B-CEFD-276F-00E1-B9722B116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192BE8E-15E6-A86E-80A7-2B931F2AF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EAC920-6F9B-E7DE-B23D-DC06D5AAC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000" b="1">
                <a:latin typeface="Cambria" panose="02040503050406030204" pitchFamily="18" charset="0"/>
                <a:ea typeface="Cambria" panose="02040503050406030204" pitchFamily="18" charset="0"/>
              </a:rPr>
              <a:t>Project Implementation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52807-08AD-7EFC-7239-0A0C215DF3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5505" y="4777380"/>
            <a:ext cx="10260990" cy="12097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2800" i="0" kern="1200" cap="all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62177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F1B0D2-8462-81C4-E41A-BF1FA744F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D52603D-6468-8606-A7B1-A4A545CD9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91" y="804672"/>
            <a:ext cx="2997319" cy="52486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Data Preprocessing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201688-26AF-E5AD-1B4A-6435B60A698E}"/>
              </a:ext>
            </a:extLst>
          </p:cNvPr>
          <p:cNvSpPr txBox="1"/>
          <p:nvPr/>
        </p:nvSpPr>
        <p:spPr>
          <a:xfrm>
            <a:off x="4015532" y="1095270"/>
            <a:ext cx="7531199" cy="52486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Source: 1,209 TCGA breast cancer miRNA expression files from the GDC Portal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Features: RPM-normalized counts (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reads_per_million_miRNA_mapped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) to control for sequencing depth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Labeling: linked each expression file to clinical metadata via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case_id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 to assign the correct breast cancer stage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Stage encoding: collapsed sub-stages and encoded Normal–Stage IV as 0–4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Final dataset: 1,209 samples × 1,881 miRNAs with stage labels, ready for feature selection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8ACD615-1E27-BAD4-0FB1-ADF0C8B715BC}"/>
              </a:ext>
            </a:extLst>
          </p:cNvPr>
          <p:cNvCxnSpPr>
            <a:cxnSpLocks/>
          </p:cNvCxnSpPr>
          <p:nvPr/>
        </p:nvCxnSpPr>
        <p:spPr>
          <a:xfrm>
            <a:off x="3427017" y="949971"/>
            <a:ext cx="0" cy="4958058"/>
          </a:xfrm>
          <a:prstGeom prst="line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700D0C2-506B-6606-B354-0CB35F0AF545}"/>
              </a:ext>
            </a:extLst>
          </p:cNvPr>
          <p:cNvSpPr txBox="1"/>
          <p:nvPr/>
        </p:nvSpPr>
        <p:spPr>
          <a:xfrm>
            <a:off x="1390823" y="4024271"/>
            <a:ext cx="26227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🧬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78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91AFB09-94C1-07D3-41C4-9BED92F85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F2AF3F7-27D3-83E7-DDFE-931E60CAD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91" y="804672"/>
            <a:ext cx="2997319" cy="52486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Stage-wise Feature Selection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863B89-E092-9B73-7DD2-0EC9ABA400A2}"/>
              </a:ext>
            </a:extLst>
          </p:cNvPr>
          <p:cNvSpPr txBox="1"/>
          <p:nvPr/>
        </p:nvSpPr>
        <p:spPr>
          <a:xfrm>
            <a:off x="4015532" y="1095270"/>
            <a:ext cx="8085677" cy="52486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4 Traditional methods: SFS, VT, Chi², LASSO (select top-5/10/15 miRNAs per stage)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4 Deep Learning methods: FNN, DAE, 1D-CNN, LSTM-Seq (select top-5/10/15 miRNAs per stage)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4 Clustering methods: KM, SC, GMM, HC (2 clusters; keep “signal-like” cluster; variable-sized panels)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Shared settings: fixed random seeds; class weights where applicable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Output: 112 stage-wise miRNA lists (all families × stages × panel sizes)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E5D40D8-CAF9-10E1-0A9E-BB169AACAAEF}"/>
              </a:ext>
            </a:extLst>
          </p:cNvPr>
          <p:cNvCxnSpPr>
            <a:cxnSpLocks/>
          </p:cNvCxnSpPr>
          <p:nvPr/>
        </p:nvCxnSpPr>
        <p:spPr>
          <a:xfrm>
            <a:off x="3427017" y="949971"/>
            <a:ext cx="0" cy="4958058"/>
          </a:xfrm>
          <a:prstGeom prst="line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44FE250-2C72-35C8-6C6C-2D7ACF47B563}"/>
              </a:ext>
            </a:extLst>
          </p:cNvPr>
          <p:cNvSpPr txBox="1"/>
          <p:nvPr/>
        </p:nvSpPr>
        <p:spPr>
          <a:xfrm>
            <a:off x="1409676" y="4033999"/>
            <a:ext cx="43797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🎯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90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37A393-B927-16BF-BAA8-2F14D9699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35C5043-5DBE-C622-7E41-CC02A082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91" y="804672"/>
            <a:ext cx="2997319" cy="52486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latin typeface="Cambria" panose="02040503050406030204" pitchFamily="18" charset="0"/>
                <a:ea typeface="Cambria" panose="02040503050406030204" pitchFamily="18" charset="0"/>
              </a:rPr>
              <a:t>Stage-wise Consensus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7789B8-1143-E79F-FA5A-3777362086DB}"/>
              </a:ext>
            </a:extLst>
          </p:cNvPr>
          <p:cNvSpPr txBox="1"/>
          <p:nvPr/>
        </p:nvSpPr>
        <p:spPr>
          <a:xfrm>
            <a:off x="4015531" y="1095268"/>
            <a:ext cx="7414466" cy="52486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Applied per family (Traditional, Deep Learning, Clustering) per stage (I–IV)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Consensus rules: Intersection (all 4 methods agree) and Majority (at least 2 methods agree)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lt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Very low intersection counts reveal high variability between methods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Output: compact majority-consensus panels per stage and family, used as feature sets for classification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9F75A36-90B6-2A72-EFAF-CA9B90321C70}"/>
              </a:ext>
            </a:extLst>
          </p:cNvPr>
          <p:cNvCxnSpPr>
            <a:cxnSpLocks/>
          </p:cNvCxnSpPr>
          <p:nvPr/>
        </p:nvCxnSpPr>
        <p:spPr>
          <a:xfrm>
            <a:off x="3427017" y="949971"/>
            <a:ext cx="0" cy="4958058"/>
          </a:xfrm>
          <a:prstGeom prst="line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A522BF5-07EC-FCCA-1A4D-B25193148651}"/>
              </a:ext>
            </a:extLst>
          </p:cNvPr>
          <p:cNvSpPr txBox="1"/>
          <p:nvPr/>
        </p:nvSpPr>
        <p:spPr>
          <a:xfrm>
            <a:off x="1371371" y="4014544"/>
            <a:ext cx="26227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🤝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651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D06783-FCCE-B84F-5388-0F10D3EB0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A28AE42-49D3-0E53-84A8-C0C31591B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F1C8A3-B225-FE88-A0C1-728D7E056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319B49C-C05D-791D-5F33-6E51846C4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A98A262-DB1B-9058-3093-9EBADD673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C337837-CFC4-9857-AA0F-8DD00B9C6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35E66ED-BD74-06F3-CF5A-E4FBC40D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285460-7CBA-7584-BFA3-FD1636400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03CBE873-44E8-D687-911C-97F35F14B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4DE1394-6287-D73F-9DD5-64D116D78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5A457-1DE0-DBFC-6FB7-B9A2CCC7F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000" b="1">
                <a:latin typeface="Cambria" panose="02040503050406030204" pitchFamily="18" charset="0"/>
                <a:ea typeface="Cambria" panose="02040503050406030204" pitchFamily="18" charset="0"/>
              </a:rPr>
              <a:t>Project Testing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01AC56-27C6-67DF-6FAE-CB4D5FC0DA6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5505" y="4777380"/>
            <a:ext cx="10260990" cy="12097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2800" i="0" kern="1200" cap="all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02536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CDBDC8-D53B-989A-D93C-B603B9160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66D8D85-7779-58B1-8CB2-1402E60D3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91" y="804672"/>
            <a:ext cx="2997319" cy="52486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latin typeface="Cambria" panose="02040503050406030204" pitchFamily="18" charset="0"/>
                <a:ea typeface="Cambria" panose="02040503050406030204" pitchFamily="18" charset="0"/>
              </a:rPr>
              <a:t>Stage-wise Classification Evaluation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DC3D3E-BD09-EE23-3D64-012A8CE69AF2}"/>
              </a:ext>
            </a:extLst>
          </p:cNvPr>
          <p:cNvSpPr txBox="1"/>
          <p:nvPr/>
        </p:nvSpPr>
        <p:spPr>
          <a:xfrm>
            <a:off x="4005805" y="686709"/>
            <a:ext cx="6752986" cy="2333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Evaluated majority consensus panels per stage (intersection panels were empty)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Classifiers trained: RF, SVM-linear, LR (all with class weighting) and KNN (unweighted baseline)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Validation approach: 70/30 stratified split (Stages I–III) | stratified 5-fold CV (Stage IV; only 15 positives, strong class imbalance)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Metrics computed: Accuracy, Sensitivity, Specificity, AUC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8E99128-EFEB-C19C-4481-D1D21942AEB7}"/>
              </a:ext>
            </a:extLst>
          </p:cNvPr>
          <p:cNvCxnSpPr>
            <a:cxnSpLocks/>
          </p:cNvCxnSpPr>
          <p:nvPr/>
        </p:nvCxnSpPr>
        <p:spPr>
          <a:xfrm>
            <a:off x="3427017" y="949971"/>
            <a:ext cx="0" cy="4958058"/>
          </a:xfrm>
          <a:prstGeom prst="line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BE932D9-D9EB-20B3-D5F7-EA16D88926D4}"/>
              </a:ext>
            </a:extLst>
          </p:cNvPr>
          <p:cNvSpPr txBox="1"/>
          <p:nvPr/>
        </p:nvSpPr>
        <p:spPr>
          <a:xfrm>
            <a:off x="1342187" y="4150731"/>
            <a:ext cx="262271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📊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3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F899A65-2687-B7A6-7523-C44AC42F2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825" y="3097601"/>
            <a:ext cx="4641899" cy="307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850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EE5B2D-D2A1-8639-7165-EEFE68CD2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BBDBEF9-4DC7-BA80-596D-F840B32C25EE}"/>
              </a:ext>
            </a:extLst>
          </p:cNvPr>
          <p:cNvSpPr txBox="1">
            <a:spLocks/>
          </p:cNvSpPr>
          <p:nvPr/>
        </p:nvSpPr>
        <p:spPr>
          <a:xfrm>
            <a:off x="2968828" y="485628"/>
            <a:ext cx="6254344" cy="79999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Testing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1CB05-F915-0373-9A15-993A5445A1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74"/>
          <a:stretch>
            <a:fillRect/>
          </a:stretch>
        </p:blipFill>
        <p:spPr>
          <a:xfrm>
            <a:off x="6790139" y="2230540"/>
            <a:ext cx="4951550" cy="27013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3BC3C8-5FD9-DBD4-7D76-BB722413DE6E}"/>
              </a:ext>
            </a:extLst>
          </p:cNvPr>
          <p:cNvSpPr txBox="1"/>
          <p:nvPr/>
        </p:nvSpPr>
        <p:spPr>
          <a:xfrm>
            <a:off x="528353" y="1591904"/>
            <a:ext cx="5778641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Best Results Across Methods: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      Stage I:     61.4% (Traditional-top5 + SVM)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      Stage II:  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64.0% (Traditional-top5 + SVM)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      Stage III:  61.7% (Clustering + RF)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      Stage IV:  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84.6% (Traditional-top5 + LR)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E9211-58E1-E631-8E3A-BA344A573B35}"/>
              </a:ext>
            </a:extLst>
          </p:cNvPr>
          <p:cNvSpPr txBox="1"/>
          <p:nvPr/>
        </p:nvSpPr>
        <p:spPr>
          <a:xfrm>
            <a:off x="528352" y="3035437"/>
            <a:ext cx="5220693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Key Insights: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Our stage-wise accuracies are in the same range as baseline miRNA-based breast cancer stage classification models reported in the literature [1].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Traditional feature selection gave the most consistent performance at this data scale (high dimensionality, limited samples, class imbalance).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Different feature-selection methods capture complementary miRNA signals, so consensus helps manage method variability.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Stage IV (only 15 cases) and Stage III (low sensitivity) mean accuracy alone can be misleading.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E2E572-F23C-1140-EDAF-16C9D5AE56F3}"/>
              </a:ext>
            </a:extLst>
          </p:cNvPr>
          <p:cNvCxnSpPr>
            <a:cxnSpLocks/>
          </p:cNvCxnSpPr>
          <p:nvPr/>
        </p:nvCxnSpPr>
        <p:spPr>
          <a:xfrm>
            <a:off x="6096000" y="1455814"/>
            <a:ext cx="0" cy="4958058"/>
          </a:xfrm>
          <a:prstGeom prst="line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850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9D92D9-F980-DA33-2BD8-12CB0650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50D0548-7607-2A0E-CF71-7EB2C8D76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5F9399-975C-6353-66D9-87CB82E9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6608508-B986-7107-623F-AEB013A76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1BEB4C-6D8B-094D-D96A-4C8B88202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4BAD001-F6BF-42BA-01D1-2E754240F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F1C0EC7-2FB6-8C65-0D17-E6C0E2CF3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F104883-9D06-E358-393B-1DF097982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C0846392-AE15-6C60-FCEA-D611F511F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54AB0B6-B182-DD3D-B8A2-A3744B102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7D31E-B1BE-5EBF-9A21-4F0278765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000" b="1">
                <a:latin typeface="Cambria" panose="02040503050406030204" pitchFamily="18" charset="0"/>
                <a:ea typeface="Cambria" panose="02040503050406030204" pitchFamily="18" charset="0"/>
              </a:rPr>
              <a:t>Demonstration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F40F3-ED1D-2D01-0AE7-710238780D1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5505" y="4777380"/>
            <a:ext cx="10260990" cy="12097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2800" cap="all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endParaRPr lang="en-US" altLang="zh-CN" sz="2800" i="0" kern="1200" cap="all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516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AD6E5-75C4-AA5D-3E0C-A90EE4533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0000B3E-7683-06EB-0F36-77B075147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0051A9-8BA3-BB15-821C-B809AABA7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4F3A81D-3EDD-1BFA-D802-17665384C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7EFFED-FD99-58D1-0D9B-CEF83BAE2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987D1E8-F326-69CF-4165-8D4F0BE00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C8F2925-0540-3797-E332-69876B4D3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AD2190E-D0E2-337A-CEF9-53602B4F0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6449676E-803F-03A9-40A6-3E102A790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D45AE35-2C71-F8EB-E791-28AB0F096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4979A-B1EB-B040-94DD-13B924AF4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000" b="1">
                <a:latin typeface="Cambria" panose="02040503050406030204" pitchFamily="18" charset="0"/>
                <a:ea typeface="Cambria" panose="02040503050406030204" pitchFamily="18" charset="0"/>
              </a:rPr>
              <a:t>Discussion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C1F1A-8343-A093-D2C4-C113401F8C9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5505" y="4777380"/>
            <a:ext cx="10260990" cy="12097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2800" i="0" kern="1200" cap="all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91267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F5006C-B0EA-63EB-DD7D-D45F7CBD6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96005C-6B52-F9C6-72F9-2FE499B7314B}"/>
              </a:ext>
            </a:extLst>
          </p:cNvPr>
          <p:cNvSpPr txBox="1"/>
          <p:nvPr/>
        </p:nvSpPr>
        <p:spPr>
          <a:xfrm>
            <a:off x="4754545" y="1023049"/>
            <a:ext cx="268290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💡 Key Lessons Learned</a:t>
            </a:r>
          </a:p>
          <a:p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4F323-ADC6-B0EA-FCA8-065830A7E580}"/>
              </a:ext>
            </a:extLst>
          </p:cNvPr>
          <p:cNvSpPr txBox="1"/>
          <p:nvPr/>
        </p:nvSpPr>
        <p:spPr>
          <a:xfrm>
            <a:off x="827098" y="3426207"/>
            <a:ext cx="49203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3. Complexity ≠ Performance </a:t>
            </a:r>
          </a:p>
          <a:p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Traditional methods + consensus features matched deep learning performance. More complex models don't always yield better results for small datasets.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833368-9BE9-02B6-31FE-A337DF40930F}"/>
              </a:ext>
            </a:extLst>
          </p:cNvPr>
          <p:cNvSpPr txBox="1"/>
          <p:nvPr/>
        </p:nvSpPr>
        <p:spPr>
          <a:xfrm>
            <a:off x="6836229" y="2008767"/>
            <a:ext cx="47193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2. Implementation Validation</a:t>
            </a:r>
          </a:p>
          <a:p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HC cluster-size selection yielded only 1 feature (unbalanced). Switching to variance-based produced 282 features, learned to verify output sanity before proceeding.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F3670E-FF23-875F-1B79-C2A8C34EB11B}"/>
              </a:ext>
            </a:extLst>
          </p:cNvPr>
          <p:cNvSpPr txBox="1"/>
          <p:nvPr/>
        </p:nvSpPr>
        <p:spPr>
          <a:xfrm>
            <a:off x="827098" y="2008767"/>
            <a:ext cx="49203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Methodological Rigor</a:t>
            </a:r>
          </a:p>
          <a:p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Strict test set isolation critical for valid results. Stage IV (15 samples) required 5-fold CV instead of train-test split, taught us to adapt validation to data constraints.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77F7AC-91A8-E889-9770-5149C84EB22B}"/>
              </a:ext>
            </a:extLst>
          </p:cNvPr>
          <p:cNvSpPr txBox="1"/>
          <p:nvPr/>
        </p:nvSpPr>
        <p:spPr>
          <a:xfrm>
            <a:off x="6836229" y="3426207"/>
            <a:ext cx="47193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4. Systematic Collaboration</a:t>
            </a:r>
          </a:p>
          <a:p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Standardized data splits and file formats enabled fair cross-method comparison. Team coordination essential for meaningful consensus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013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74C3C7-AA66-6A3E-3EE7-F6DF1B21C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78" name="Oval 77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0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92" name="Freeform: Shape 91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2DDCF-7463-4D38-24F3-5D6BE77FE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4200" b="0" i="0" kern="120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4200" b="0" i="0" kern="120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B099B-45EE-A7F8-2C3C-2A4CD62E60D4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BEBEB">
                  <a:lumMod val="40000"/>
                  <a:lumOff val="60000"/>
                </a:srgbClr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1.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Yerukala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Sathipati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, S., &amp; Ho, S.-Y. (2018). Identifying a miRNA signature for predicting the stage of breast cancer. 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Scientific Reports, 8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(1), 16138.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  <a:hlinkClick r:id="rId6"/>
              </a:rPr>
              <a:t>https://doi.org/10.1038/s41598-018-34604-3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BEBEB">
                  <a:lumMod val="40000"/>
                  <a:lumOff val="60000"/>
                </a:srgbClr>
              </a:buClr>
              <a:buSzPct val="80000"/>
              <a:buFont typeface="Wingdings 3" charset="2"/>
              <a:buChar char="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8186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88" name="Oval 187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4" name="Rectangle 19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DF166-70CC-C2F7-9854-12BB6D109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012" y="1447800"/>
            <a:ext cx="5222325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altLang="zh-CN" sz="7200" b="0" i="0" kern="1200">
                <a:solidFill>
                  <a:srgbClr val="EBEBE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</a:p>
        </p:txBody>
      </p:sp>
      <p:sp>
        <p:nvSpPr>
          <p:cNvPr id="198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0" name="Freeform: Shape 199">
            <a:extLst>
              <a:ext uri="{FF2B5EF4-FFF2-40B4-BE49-F238E27FC236}">
                <a16:creationId xmlns:a16="http://schemas.microsoft.com/office/drawing/2014/main" id="{09811DF6-66E4-43D5-B564-315179653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81964" cy="6858000"/>
          </a:xfrm>
          <a:custGeom>
            <a:avLst/>
            <a:gdLst>
              <a:gd name="connsiteX0" fmla="*/ 3137249 w 4481964"/>
              <a:gd name="connsiteY0" fmla="*/ 0 h 6858000"/>
              <a:gd name="connsiteX1" fmla="*/ 4480787 w 4481964"/>
              <a:gd name="connsiteY1" fmla="*/ 0 h 6858000"/>
              <a:gd name="connsiteX2" fmla="*/ 4455742 w 4481964"/>
              <a:gd name="connsiteY2" fmla="*/ 155676 h 6858000"/>
              <a:gd name="connsiteX3" fmla="*/ 4431873 w 4481964"/>
              <a:gd name="connsiteY3" fmla="*/ 310667 h 6858000"/>
              <a:gd name="connsiteX4" fmla="*/ 4408509 w 4481964"/>
              <a:gd name="connsiteY4" fmla="*/ 466344 h 6858000"/>
              <a:gd name="connsiteX5" fmla="*/ 4388506 w 4481964"/>
              <a:gd name="connsiteY5" fmla="*/ 622706 h 6858000"/>
              <a:gd name="connsiteX6" fmla="*/ 4368335 w 4481964"/>
              <a:gd name="connsiteY6" fmla="*/ 778383 h 6858000"/>
              <a:gd name="connsiteX7" fmla="*/ 4349509 w 4481964"/>
              <a:gd name="connsiteY7" fmla="*/ 934745 h 6858000"/>
              <a:gd name="connsiteX8" fmla="*/ 4333373 w 4481964"/>
              <a:gd name="connsiteY8" fmla="*/ 1089050 h 6858000"/>
              <a:gd name="connsiteX9" fmla="*/ 4318077 w 4481964"/>
              <a:gd name="connsiteY9" fmla="*/ 1245413 h 6858000"/>
              <a:gd name="connsiteX10" fmla="*/ 4304125 w 4481964"/>
              <a:gd name="connsiteY10" fmla="*/ 1401089 h 6858000"/>
              <a:gd name="connsiteX11" fmla="*/ 4292023 w 4481964"/>
              <a:gd name="connsiteY11" fmla="*/ 1554023 h 6858000"/>
              <a:gd name="connsiteX12" fmla="*/ 4279920 w 4481964"/>
              <a:gd name="connsiteY12" fmla="*/ 1709013 h 6858000"/>
              <a:gd name="connsiteX13" fmla="*/ 4269835 w 4481964"/>
              <a:gd name="connsiteY13" fmla="*/ 1861947 h 6858000"/>
              <a:gd name="connsiteX14" fmla="*/ 4261935 w 4481964"/>
              <a:gd name="connsiteY14" fmla="*/ 2014880 h 6858000"/>
              <a:gd name="connsiteX15" fmla="*/ 4253698 w 4481964"/>
              <a:gd name="connsiteY15" fmla="*/ 2167128 h 6858000"/>
              <a:gd name="connsiteX16" fmla="*/ 4246807 w 4481964"/>
              <a:gd name="connsiteY16" fmla="*/ 2318004 h 6858000"/>
              <a:gd name="connsiteX17" fmla="*/ 4241932 w 4481964"/>
              <a:gd name="connsiteY17" fmla="*/ 2467508 h 6858000"/>
              <a:gd name="connsiteX18" fmla="*/ 4237730 w 4481964"/>
              <a:gd name="connsiteY18" fmla="*/ 2617013 h 6858000"/>
              <a:gd name="connsiteX19" fmla="*/ 4233696 w 4481964"/>
              <a:gd name="connsiteY19" fmla="*/ 2765145 h 6858000"/>
              <a:gd name="connsiteX20" fmla="*/ 4231847 w 4481964"/>
              <a:gd name="connsiteY20" fmla="*/ 2911221 h 6858000"/>
              <a:gd name="connsiteX21" fmla="*/ 4229830 w 4481964"/>
              <a:gd name="connsiteY21" fmla="*/ 3057296 h 6858000"/>
              <a:gd name="connsiteX22" fmla="*/ 4228821 w 4481964"/>
              <a:gd name="connsiteY22" fmla="*/ 3201314 h 6858000"/>
              <a:gd name="connsiteX23" fmla="*/ 4229830 w 4481964"/>
              <a:gd name="connsiteY23" fmla="*/ 3343960 h 6858000"/>
              <a:gd name="connsiteX24" fmla="*/ 4229830 w 4481964"/>
              <a:gd name="connsiteY24" fmla="*/ 3485235 h 6858000"/>
              <a:gd name="connsiteX25" fmla="*/ 4231847 w 4481964"/>
              <a:gd name="connsiteY25" fmla="*/ 3625138 h 6858000"/>
              <a:gd name="connsiteX26" fmla="*/ 4234872 w 4481964"/>
              <a:gd name="connsiteY26" fmla="*/ 3762298 h 6858000"/>
              <a:gd name="connsiteX27" fmla="*/ 4237730 w 4481964"/>
              <a:gd name="connsiteY27" fmla="*/ 3898087 h 6858000"/>
              <a:gd name="connsiteX28" fmla="*/ 4240924 w 4481964"/>
              <a:gd name="connsiteY28" fmla="*/ 4031132 h 6858000"/>
              <a:gd name="connsiteX29" fmla="*/ 4245798 w 4481964"/>
              <a:gd name="connsiteY29" fmla="*/ 4163491 h 6858000"/>
              <a:gd name="connsiteX30" fmla="*/ 4251009 w 4481964"/>
              <a:gd name="connsiteY30" fmla="*/ 4293793 h 6858000"/>
              <a:gd name="connsiteX31" fmla="*/ 4255715 w 4481964"/>
              <a:gd name="connsiteY31" fmla="*/ 4421352 h 6858000"/>
              <a:gd name="connsiteX32" fmla="*/ 4268995 w 4481964"/>
              <a:gd name="connsiteY32" fmla="*/ 4670298 h 6858000"/>
              <a:gd name="connsiteX33" fmla="*/ 4283114 w 4481964"/>
              <a:gd name="connsiteY33" fmla="*/ 4908956 h 6858000"/>
              <a:gd name="connsiteX34" fmla="*/ 4297906 w 4481964"/>
              <a:gd name="connsiteY34" fmla="*/ 5138013 h 6858000"/>
              <a:gd name="connsiteX35" fmla="*/ 4314211 w 4481964"/>
              <a:gd name="connsiteY35" fmla="*/ 5354726 h 6858000"/>
              <a:gd name="connsiteX36" fmla="*/ 4331188 w 4481964"/>
              <a:gd name="connsiteY36" fmla="*/ 5561838 h 6858000"/>
              <a:gd name="connsiteX37" fmla="*/ 4349509 w 4481964"/>
              <a:gd name="connsiteY37" fmla="*/ 5753862 h 6858000"/>
              <a:gd name="connsiteX38" fmla="*/ 4367495 w 4481964"/>
              <a:gd name="connsiteY38" fmla="*/ 5934227 h 6858000"/>
              <a:gd name="connsiteX39" fmla="*/ 4385480 w 4481964"/>
              <a:gd name="connsiteY39" fmla="*/ 6100191 h 6858000"/>
              <a:gd name="connsiteX40" fmla="*/ 4402457 w 4481964"/>
              <a:gd name="connsiteY40" fmla="*/ 6252438 h 6858000"/>
              <a:gd name="connsiteX41" fmla="*/ 4418594 w 4481964"/>
              <a:gd name="connsiteY41" fmla="*/ 6387541 h 6858000"/>
              <a:gd name="connsiteX42" fmla="*/ 4433890 w 4481964"/>
              <a:gd name="connsiteY42" fmla="*/ 6509613 h 6858000"/>
              <a:gd name="connsiteX43" fmla="*/ 4446665 w 4481964"/>
              <a:gd name="connsiteY43" fmla="*/ 6612483 h 6858000"/>
              <a:gd name="connsiteX44" fmla="*/ 4458767 w 4481964"/>
              <a:gd name="connsiteY44" fmla="*/ 6698894 h 6858000"/>
              <a:gd name="connsiteX45" fmla="*/ 4476081 w 4481964"/>
              <a:gd name="connsiteY45" fmla="*/ 6817538 h 6858000"/>
              <a:gd name="connsiteX46" fmla="*/ 4481964 w 4481964"/>
              <a:gd name="connsiteY46" fmla="*/ 6858000 h 6858000"/>
              <a:gd name="connsiteX47" fmla="*/ 3577807 w 4481964"/>
              <a:gd name="connsiteY47" fmla="*/ 6858000 h 6858000"/>
              <a:gd name="connsiteX48" fmla="*/ 3577807 w 4481964"/>
              <a:gd name="connsiteY48" fmla="*/ 6858000 h 6858000"/>
              <a:gd name="connsiteX49" fmla="*/ 0 w 4481964"/>
              <a:gd name="connsiteY49" fmla="*/ 6858000 h 6858000"/>
              <a:gd name="connsiteX50" fmla="*/ 0 w 4481964"/>
              <a:gd name="connsiteY50" fmla="*/ 0 h 6858000"/>
              <a:gd name="connsiteX51" fmla="*/ 3137249 w 448196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481964" h="6858000">
                <a:moveTo>
                  <a:pt x="3137249" y="0"/>
                </a:move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3577807" y="6858000"/>
                </a:lnTo>
                <a:lnTo>
                  <a:pt x="0" y="6858000"/>
                </a:lnTo>
                <a:lnTo>
                  <a:pt x="0" y="0"/>
                </a:lnTo>
                <a:lnTo>
                  <a:pt x="313724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9" name="Graphic 138" descr="Handshake">
            <a:extLst>
              <a:ext uri="{FF2B5EF4-FFF2-40B4-BE49-F238E27FC236}">
                <a16:creationId xmlns:a16="http://schemas.microsoft.com/office/drawing/2014/main" id="{0235E6C6-E520-2E24-27A2-E96426E7E0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240" y="2074882"/>
            <a:ext cx="2936836" cy="293683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96338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2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885e660-3154-479b-9d72-8fc522eb29fd">
      <Terms xmlns="http://schemas.microsoft.com/office/infopath/2007/PartnerControls"/>
    </lcf76f155ced4ddcb4097134ff3c332f>
    <TaxCatchAll xmlns="19bebb09-77ff-4d7e-bbb3-0e6a0d0ddf2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ADFE83415AEC498AB6EC5120ABBD1F" ma:contentTypeVersion="12" ma:contentTypeDescription="Create a new document." ma:contentTypeScope="" ma:versionID="4db2129ca082d1d8b0624bb2755e8863">
  <xsd:schema xmlns:xsd="http://www.w3.org/2001/XMLSchema" xmlns:xs="http://www.w3.org/2001/XMLSchema" xmlns:p="http://schemas.microsoft.com/office/2006/metadata/properties" xmlns:ns2="a885e660-3154-479b-9d72-8fc522eb29fd" xmlns:ns3="19bebb09-77ff-4d7e-bbb3-0e6a0d0ddf26" targetNamespace="http://schemas.microsoft.com/office/2006/metadata/properties" ma:root="true" ma:fieldsID="feda021088d969ddb3b9b1a3a02dbc84" ns2:_="" ns3:_="">
    <xsd:import namespace="a885e660-3154-479b-9d72-8fc522eb29fd"/>
    <xsd:import namespace="19bebb09-77ff-4d7e-bbb3-0e6a0d0ddf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85e660-3154-479b-9d72-8fc522eb29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728a8d2-fce2-4ead-88e1-13feca9680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bebb09-77ff-4d7e-bbb3-0e6a0d0ddf2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fd562ab-6fec-428b-a302-5f90242bb599}" ma:internalName="TaxCatchAll" ma:showField="CatchAllData" ma:web="19bebb09-77ff-4d7e-bbb3-0e6a0d0ddf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DEE79E-4B20-4120-9C5A-49BBF72EE246}">
  <ds:schemaRefs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a885e660-3154-479b-9d72-8fc522eb29fd"/>
    <ds:schemaRef ds:uri="http://www.w3.org/XML/1998/namespace"/>
    <ds:schemaRef ds:uri="http://schemas.microsoft.com/office/infopath/2007/PartnerControls"/>
    <ds:schemaRef ds:uri="19bebb09-77ff-4d7e-bbb3-0e6a0d0ddf26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C4C7F16-ED81-457E-AE25-90D2F4BDBA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54747C-5692-4ED4-9B6C-8AADF9B841EE}">
  <ds:schemaRefs>
    <ds:schemaRef ds:uri="19bebb09-77ff-4d7e-bbb3-0e6a0d0ddf26"/>
    <ds:schemaRef ds:uri="a885e660-3154-479b-9d72-8fc522eb29f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1018</Words>
  <Application>Microsoft Office PowerPoint</Application>
  <PresentationFormat>Widescreen</PresentationFormat>
  <Paragraphs>154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Arial</vt:lpstr>
      <vt:lpstr>Cambria</vt:lpstr>
      <vt:lpstr>Century Gothic</vt:lpstr>
      <vt:lpstr>Wingdings</vt:lpstr>
      <vt:lpstr>Wingdings 3</vt:lpstr>
      <vt:lpstr>Ion</vt:lpstr>
      <vt:lpstr>1_Ion</vt:lpstr>
      <vt:lpstr>2_Ion</vt:lpstr>
      <vt:lpstr>Florida Atlantic University</vt:lpstr>
      <vt:lpstr>Agenda</vt:lpstr>
      <vt:lpstr>Project Goals</vt:lpstr>
      <vt:lpstr>PowerPoint Presentation</vt:lpstr>
      <vt:lpstr>Project Requirements/Constraints</vt:lpstr>
      <vt:lpstr>PowerPoint Presentation</vt:lpstr>
      <vt:lpstr>Project Design</vt:lpstr>
      <vt:lpstr>PowerPoint Presentation</vt:lpstr>
      <vt:lpstr>Project Implementation</vt:lpstr>
      <vt:lpstr>Data Preprocessing</vt:lpstr>
      <vt:lpstr>Stage-wise Feature Selection</vt:lpstr>
      <vt:lpstr>Stage-wise Consensus</vt:lpstr>
      <vt:lpstr>Project Testing</vt:lpstr>
      <vt:lpstr>Stage-wise Classification Evaluation</vt:lpstr>
      <vt:lpstr>PowerPoint Presentation</vt:lpstr>
      <vt:lpstr>Demonstration</vt:lpstr>
      <vt:lpstr>Discussion</vt:lpstr>
      <vt:lpstr>PowerPoint Presentation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Adegboyo, Joshua</dc:creator>
  <cp:lastModifiedBy>Anika Baro Villa</cp:lastModifiedBy>
  <cp:revision>1</cp:revision>
  <dcterms:created xsi:type="dcterms:W3CDTF">2025-09-30T22:25:42Z</dcterms:created>
  <dcterms:modified xsi:type="dcterms:W3CDTF">2025-12-01T01:26:01Z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0x01010061ADFE83415AEC498AB6EC5120ABBD1F</vt:lpwstr>
  </property>
  <property fmtid="{D5CDD505-2E9C-101B-9397-08002B2CF9AE}" pid="3" name="MediaServiceImageTags">
    <vt:lpwstr/>
  </property>
</Properties>
</file>